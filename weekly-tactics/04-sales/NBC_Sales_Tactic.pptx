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tree/main/weekly-tactics/04-sales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1-market-research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image" Target="../media/image-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crm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watering_holes_v5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3-persona-ads/README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makersplacegh.com/" TargetMode="External"/><Relationship Id="rId7" Type="http://schemas.openxmlformats.org/officeDocument/2006/relationships/hyperlink" Target="https://thesmartribe.com/" TargetMode="External"/><Relationship Id="rId9" Type="http://schemas.openxmlformats.org/officeDocument/2006/relationships/hyperlink" Target="https://coastedcode.com/" TargetMode="External"/><Relationship Id="rId11" Type="http://schemas.openxmlformats.org/officeDocument/2006/relationships/hyperlink" Target="https://infinitystem.com/" TargetMode="External"/><Relationship Id="rId13" Type="http://schemas.openxmlformats.org/officeDocument/2006/relationships/hyperlink" Target="https://borgenproject.org/stem-education-in-ghana/" TargetMode="External"/><Relationship Id="rId15" Type="http://schemas.openxmlformats.org/officeDocument/2006/relationships/hyperlink" Target="https://www.facebook.com/mycodersacademy/" TargetMode="External"/><Relationship Id="rId17" Type="http://schemas.openxmlformats.org/officeDocument/2006/relationships/hyperlink" Target="https://www.africatechschools.com/country/ghana/" TargetMode="External"/><Relationship Id="rId19" Type="http://schemas.openxmlformats.org/officeDocument/2006/relationships/hyperlink" Target="https://www.africatechschools.com/country/ghana/" TargetMode="External"/><Relationship Id="rId21" Type="http://schemas.openxmlformats.org/officeDocument/2006/relationships/hyperlink" Target="https://www.google.com/search?q=WiSTEM+Ghana+girls+camp+KNUST" TargetMode="External"/><Relationship Id="rId23" Type="http://schemas.openxmlformats.org/officeDocument/2006/relationships/hyperlink" Target="https://www.modernghana.com/news/1357101/tamale-pamepi-women-in-tech-ghana-inspires-young.html" TargetMode="External"/><Relationship Id="rId25" Type="http://schemas.openxmlformats.org/officeDocument/2006/relationships/hyperlink" Target="https://www.africatechschools.com/country/ghana/" TargetMode="External"/><Relationship Id="rId27" Type="http://schemas.openxmlformats.org/officeDocument/2006/relationships/hyperlink" Target="https://stemforallgh.org/" TargetMode="External"/><Relationship Id="rId29" Type="http://schemas.openxmlformats.org/officeDocument/2006/relationships/hyperlink" Target="https://en.wikipedia.org/wiki/Special:Search?search=Elsie%20Effah%20Kaufmann%20Foundation%20%28STEM%20Code%29" TargetMode="External"/><Relationship Id="rId31" Type="http://schemas.openxmlformats.org/officeDocument/2006/relationships/hyperlink" Target="https://9jacodekids.com/" TargetMode="External"/><Relationship Id="rId33" Type="http://schemas.openxmlformats.org/officeDocument/2006/relationships/hyperlink" Target="https://imaginestemacademy.com/" TargetMode="External"/><Relationship Id="rId35" Type="http://schemas.openxmlformats.org/officeDocument/2006/relationships/hyperlink" Target="https://coderealityacademy.com.ng/" TargetMode="External"/><Relationship Id="rId37" Type="http://schemas.openxmlformats.org/officeDocument/2006/relationships/hyperlink" Target="https://stemcenterng.com/" TargetMode="External"/><Relationship Id="rId39" Type="http://schemas.openxmlformats.org/officeDocument/2006/relationships/hyperlink" Target="https://kidsandtech.com.ng/" TargetMode="External"/><Relationship Id="rId41" Type="http://schemas.openxmlformats.org/officeDocument/2006/relationships/hyperlink" Target="https://computertrainingschoolnigeria.com.ng/" TargetMode="External"/><Relationship Id="rId43" Type="http://schemas.openxmlformats.org/officeDocument/2006/relationships/hyperlink" Target="https://digitoto.co.ke/" TargetMode="External"/><Relationship Id="rId45" Type="http://schemas.openxmlformats.org/officeDocument/2006/relationships/hyperlink" Target="https://stemimpactcenterkenya.org/" TargetMode="External"/><Relationship Id="rId47" Type="http://schemas.openxmlformats.org/officeDocument/2006/relationships/hyperlink" Target="https://github.com/samquansah-algo/nbc-vct/tree/main/weekly-tactics/04-sales/" TargetMode="External"/><Relationship Id="rId49" Type="http://schemas.openxmlformats.org/officeDocument/2006/relationships/hyperlink" Target="https://github.com/samquansah-algo/nbc-vct/blob/main/weekly-tactics/04-sales/README.md" TargetMode="External"/><Relationship Id="rId5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image" Target="../media/image-14-5.png"/><Relationship Id="rId10" Type="http://schemas.openxmlformats.org/officeDocument/2006/relationships/image" Target="../media/image-14-6.png"/><Relationship Id="rId12" Type="http://schemas.openxmlformats.org/officeDocument/2006/relationships/image" Target="../media/image-14-7.png"/><Relationship Id="rId14" Type="http://schemas.openxmlformats.org/officeDocument/2006/relationships/image" Target="../media/image-14-8.png"/><Relationship Id="rId16" Type="http://schemas.openxmlformats.org/officeDocument/2006/relationships/image" Target="../media/image-14-9.png"/><Relationship Id="rId18" Type="http://schemas.openxmlformats.org/officeDocument/2006/relationships/image" Target="../media/image-14-10.png"/><Relationship Id="rId20" Type="http://schemas.openxmlformats.org/officeDocument/2006/relationships/image" Target="../media/image-14-11.png"/><Relationship Id="rId22" Type="http://schemas.openxmlformats.org/officeDocument/2006/relationships/image" Target="../media/image-14-12.png"/><Relationship Id="rId24" Type="http://schemas.openxmlformats.org/officeDocument/2006/relationships/image" Target="../media/image-14-13.png"/><Relationship Id="rId26" Type="http://schemas.openxmlformats.org/officeDocument/2006/relationships/image" Target="../media/image-14-14.png"/><Relationship Id="rId28" Type="http://schemas.openxmlformats.org/officeDocument/2006/relationships/image" Target="../media/image-14-15.png"/><Relationship Id="rId30" Type="http://schemas.openxmlformats.org/officeDocument/2006/relationships/image" Target="../media/image-14-16.png"/><Relationship Id="rId32" Type="http://schemas.openxmlformats.org/officeDocument/2006/relationships/image" Target="../media/image-14-17.png"/><Relationship Id="rId34" Type="http://schemas.openxmlformats.org/officeDocument/2006/relationships/image" Target="../media/image-14-18.png"/><Relationship Id="rId36" Type="http://schemas.openxmlformats.org/officeDocument/2006/relationships/image" Target="../media/image-14-19.png"/><Relationship Id="rId38" Type="http://schemas.openxmlformats.org/officeDocument/2006/relationships/image" Target="../media/image-14-20.png"/><Relationship Id="rId40" Type="http://schemas.openxmlformats.org/officeDocument/2006/relationships/image" Target="../media/image-14-21.png"/><Relationship Id="rId42" Type="http://schemas.openxmlformats.org/officeDocument/2006/relationships/image" Target="../media/image-14-22.png"/><Relationship Id="rId44" Type="http://schemas.openxmlformats.org/officeDocument/2006/relationships/image" Target="../media/image-14-23.png"/><Relationship Id="rId46" Type="http://schemas.openxmlformats.org/officeDocument/2006/relationships/image" Target="../media/image-14-24.png"/><Relationship Id="rId48" Type="http://schemas.openxmlformats.org/officeDocument/2006/relationships/image" Target="../media/image-14-25.png"/><Relationship Id="rId50" Type="http://schemas.openxmlformats.org/officeDocument/2006/relationships/image" Target="../media/image-14-26.png"/><Relationship Id="rId52" Type="http://schemas.openxmlformats.org/officeDocument/2006/relationships/slideLayout" Target="../slideLayouts/slideLayout1.xml"/><Relationship Id="rId5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temcenter-africa.com/" TargetMode="External"/><Relationship Id="rId5" Type="http://schemas.openxmlformats.org/officeDocument/2006/relationships/hyperlink" Target="https://digikids.co.ke/" TargetMode="External"/><Relationship Id="rId7" Type="http://schemas.openxmlformats.org/officeDocument/2006/relationships/hyperlink" Target="https://evercaretraining.institute/" TargetMode="External"/><Relationship Id="rId9" Type="http://schemas.openxmlformats.org/officeDocument/2006/relationships/hyperlink" Target="https://creativity.rw/" TargetMode="External"/><Relationship Id="rId11" Type="http://schemas.openxmlformats.org/officeDocument/2006/relationships/hyperlink" Target="https://fundibots.org/" TargetMode="External"/><Relationship Id="rId13" Type="http://schemas.openxmlformats.org/officeDocument/2006/relationships/hyperlink" Target="https://robokids.africa/" TargetMode="External"/><Relationship Id="rId15" Type="http://schemas.openxmlformats.org/officeDocument/2006/relationships/hyperlink" Target="https://startupsmagazine.co.uk/article-joining-hands-deliver-education-south-africa" TargetMode="External"/><Relationship Id="rId17" Type="http://schemas.openxmlformats.org/officeDocument/2006/relationships/hyperlink" Target="https://inovtechsc.com/" TargetMode="External"/><Relationship Id="rId19" Type="http://schemas.openxmlformats.org/officeDocument/2006/relationships/hyperlink" Target="https://theafricanstemhub.com/" TargetMode="External"/><Relationship Id="rId21" Type="http://schemas.openxmlformats.org/officeDocument/2006/relationships/hyperlink" Target="https://www.globalgiving.org/projects/catch-them-young-project-stem-education/" TargetMode="External"/><Relationship Id="rId23" Type="http://schemas.openxmlformats.org/officeDocument/2006/relationships/hyperlink" Target="https://www.logitech.com/blog/2024/05/10/logitech-and-techlit-africa-partner-to-support-childrens-education/" TargetMode="External"/><Relationship Id="rId25" Type="http://schemas.openxmlformats.org/officeDocument/2006/relationships/hyperlink" Target="https://stemkidsnyc.org/" TargetMode="External"/><Relationship Id="rId27" Type="http://schemas.openxmlformats.org/officeDocument/2006/relationships/hyperlink" Target="https://maker-state.com/" TargetMode="External"/><Relationship Id="rId29" Type="http://schemas.openxmlformats.org/officeDocument/2006/relationships/hyperlink" Target="https://booleangirl.org/" TargetMode="External"/><Relationship Id="rId31" Type="http://schemas.openxmlformats.org/officeDocument/2006/relationships/hyperlink" Target="https://tokyostemschool.com/" TargetMode="External"/><Relationship Id="rId33" Type="http://schemas.openxmlformats.org/officeDocument/2006/relationships/hyperlink" Target="https://codeclub.org/" TargetMode="External"/><Relationship Id="rId35" Type="http://schemas.openxmlformats.org/officeDocument/2006/relationships/hyperlink" Target="https://coderdojo.com/" TargetMode="External"/><Relationship Id="rId37" Type="http://schemas.openxmlformats.org/officeDocument/2006/relationships/hyperlink" Target="https://girlswhocode.com/" TargetMode="External"/><Relationship Id="rId39" Type="http://schemas.openxmlformats.org/officeDocument/2006/relationships/hyperlink" Target="https://blackgirlscode.com/" TargetMode="External"/><Relationship Id="rId41" Type="http://schemas.openxmlformats.org/officeDocument/2006/relationships/hyperlink" Target="https://codeninjas.com/" TargetMode="External"/><Relationship Id="rId43" Type="http://schemas.openxmlformats.org/officeDocument/2006/relationships/hyperlink" Target="https://engineeringforkids.com/" TargetMode="External"/><Relationship Id="rId45" Type="http://schemas.openxmlformats.org/officeDocument/2006/relationships/hyperlink" Target="https://snapology.com/" TargetMode="External"/><Relationship Id="rId47" Type="http://schemas.openxmlformats.org/officeDocument/2006/relationships/hyperlink" Target="https://github.com/samquansah-algo/nbc-vct/tree/main/weekly-tactics/04-sales/" TargetMode="External"/><Relationship Id="rId49" Type="http://schemas.openxmlformats.org/officeDocument/2006/relationships/hyperlink" Target="https://github.com/samquansah-algo/nbc-vct/blob/main/weekly-tactics/04-sales/README.md" TargetMode="External"/><Relationship Id="rId5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image" Target="../media/image-15-5.png"/><Relationship Id="rId10" Type="http://schemas.openxmlformats.org/officeDocument/2006/relationships/image" Target="../media/image-15-6.png"/><Relationship Id="rId12" Type="http://schemas.openxmlformats.org/officeDocument/2006/relationships/image" Target="../media/image-15-7.png"/><Relationship Id="rId14" Type="http://schemas.openxmlformats.org/officeDocument/2006/relationships/image" Target="../media/image-15-8.png"/><Relationship Id="rId16" Type="http://schemas.openxmlformats.org/officeDocument/2006/relationships/image" Target="../media/image-15-9.png"/><Relationship Id="rId18" Type="http://schemas.openxmlformats.org/officeDocument/2006/relationships/image" Target="../media/image-15-10.png"/><Relationship Id="rId20" Type="http://schemas.openxmlformats.org/officeDocument/2006/relationships/image" Target="../media/image-15-11.png"/><Relationship Id="rId22" Type="http://schemas.openxmlformats.org/officeDocument/2006/relationships/image" Target="../media/image-15-12.png"/><Relationship Id="rId24" Type="http://schemas.openxmlformats.org/officeDocument/2006/relationships/image" Target="../media/image-15-13.png"/><Relationship Id="rId26" Type="http://schemas.openxmlformats.org/officeDocument/2006/relationships/image" Target="../media/image-15-14.png"/><Relationship Id="rId28" Type="http://schemas.openxmlformats.org/officeDocument/2006/relationships/image" Target="../media/image-15-15.png"/><Relationship Id="rId30" Type="http://schemas.openxmlformats.org/officeDocument/2006/relationships/image" Target="../media/image-15-16.png"/><Relationship Id="rId32" Type="http://schemas.openxmlformats.org/officeDocument/2006/relationships/image" Target="../media/image-15-17.png"/><Relationship Id="rId34" Type="http://schemas.openxmlformats.org/officeDocument/2006/relationships/image" Target="../media/image-15-18.png"/><Relationship Id="rId36" Type="http://schemas.openxmlformats.org/officeDocument/2006/relationships/image" Target="../media/image-15-19.png"/><Relationship Id="rId38" Type="http://schemas.openxmlformats.org/officeDocument/2006/relationships/image" Target="../media/image-15-20.png"/><Relationship Id="rId40" Type="http://schemas.openxmlformats.org/officeDocument/2006/relationships/image" Target="../media/image-15-21.png"/><Relationship Id="rId42" Type="http://schemas.openxmlformats.org/officeDocument/2006/relationships/image" Target="../media/image-15-22.png"/><Relationship Id="rId44" Type="http://schemas.openxmlformats.org/officeDocument/2006/relationships/image" Target="../media/image-15-23.png"/><Relationship Id="rId46" Type="http://schemas.openxmlformats.org/officeDocument/2006/relationships/image" Target="../media/image-15-24.png"/><Relationship Id="rId48" Type="http://schemas.openxmlformats.org/officeDocument/2006/relationships/image" Target="../media/image-15-25.png"/><Relationship Id="rId50" Type="http://schemas.openxmlformats.org/officeDocument/2006/relationships/image" Target="../media/image-15-26.png"/><Relationship Id="rId52" Type="http://schemas.openxmlformats.org/officeDocument/2006/relationships/slideLayout" Target="../slideLayouts/slideLayout1.xml"/><Relationship Id="rId5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bricks4kidz.com/" TargetMode="External"/><Relationship Id="rId5" Type="http://schemas.openxmlformats.org/officeDocument/2006/relationships/hyperlink" Target="https://bgca.org/" TargetMode="External"/><Relationship Id="rId7" Type="http://schemas.openxmlformats.org/officeDocument/2006/relationships/hyperlink" Target="https://stemettes.org/" TargetMode="External"/><Relationship Id="rId9" Type="http://schemas.openxmlformats.org/officeDocument/2006/relationships/hyperlink" Target="https://firetechcamp.com/" TargetMode="External"/><Relationship Id="rId11" Type="http://schemas.openxmlformats.org/officeDocument/2006/relationships/hyperlink" Target="https://africacodeweek.org/" TargetMode="External"/><Relationship Id="rId13" Type="http://schemas.openxmlformats.org/officeDocument/2006/relationships/hyperlink" Target="https://technovation.org/" TargetMode="External"/><Relationship Id="rId15" Type="http://schemas.openxmlformats.org/officeDocument/2006/relationships/hyperlink" Target="https://firstlegoleague.org/" TargetMode="External"/><Relationship Id="rId17" Type="http://schemas.openxmlformats.org/officeDocument/2006/relationships/hyperlink" Target="https://wro-association.org/" TargetMode="External"/><Relationship Id="rId19" Type="http://schemas.openxmlformats.org/officeDocument/2006/relationships/hyperlink" Target="https://idtech.com/" TargetMode="External"/><Relationship Id="rId21" Type="http://schemas.openxmlformats.org/officeDocument/2006/relationships/hyperlink" Target="https://madscience.org/" TargetMode="External"/><Relationship Id="rId23" Type="http://schemas.openxmlformats.org/officeDocument/2006/relationships/hyperlink" Target="https://businessday.ng/" TargetMode="External"/><Relationship Id="rId25" Type="http://schemas.openxmlformats.org/officeDocument/2006/relationships/hyperlink" Target="https://sessionize.com/amanda-obidike" TargetMode="External"/><Relationship Id="rId27" Type="http://schemas.openxmlformats.org/officeDocument/2006/relationships/hyperlink" Target="https://resolutionproject.org/" TargetMode="External"/><Relationship Id="rId29" Type="http://schemas.openxmlformats.org/officeDocument/2006/relationships/hyperlink" Target="https://voaafrica.com/" TargetMode="External"/><Relationship Id="rId31" Type="http://schemas.openxmlformats.org/officeDocument/2006/relationships/hyperlink" Target="https://linkedin.com/in/vidabugri" TargetMode="External"/><Relationship Id="rId33" Type="http://schemas.openxmlformats.org/officeDocument/2006/relationships/hyperlink" Target="https://guardian.ng/" TargetMode="External"/><Relationship Id="rId35" Type="http://schemas.openxmlformats.org/officeDocument/2006/relationships/hyperlink" Target="https://awpnetwork.com/" TargetMode="External"/><Relationship Id="rId37" Type="http://schemas.openxmlformats.org/officeDocument/2006/relationships/hyperlink" Target="https://idealist.org/" TargetMode="External"/><Relationship Id="rId39" Type="http://schemas.openxmlformats.org/officeDocument/2006/relationships/hyperlink" Target="https://futureoflearning.ihub.co.ke/" TargetMode="External"/><Relationship Id="rId41" Type="http://schemas.openxmlformats.org/officeDocument/2006/relationships/hyperlink" Target="https://ghanaiantimes.com.gh/" TargetMode="External"/><Relationship Id="rId43" Type="http://schemas.openxmlformats.org/officeDocument/2006/relationships/hyperlink" Target="https://guardian.ng/" TargetMode="External"/><Relationship Id="rId45" Type="http://schemas.openxmlformats.org/officeDocument/2006/relationships/hyperlink" Target="https://africanscienceacademy.org/" TargetMode="External"/><Relationship Id="rId47" Type="http://schemas.openxmlformats.org/officeDocument/2006/relationships/hyperlink" Target="https://github.com/samquansah-algo/nbc-vct/tree/main/weekly-tactics/04-sales/" TargetMode="External"/><Relationship Id="rId49" Type="http://schemas.openxmlformats.org/officeDocument/2006/relationships/hyperlink" Target="https://github.com/samquansah-algo/nbc-vct/blob/main/weekly-tactics/04-sales/README.md" TargetMode="External"/><Relationship Id="rId5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8" Type="http://schemas.openxmlformats.org/officeDocument/2006/relationships/image" Target="../media/image-16-5.png"/><Relationship Id="rId10" Type="http://schemas.openxmlformats.org/officeDocument/2006/relationships/image" Target="../media/image-16-6.png"/><Relationship Id="rId12" Type="http://schemas.openxmlformats.org/officeDocument/2006/relationships/image" Target="../media/image-16-7.png"/><Relationship Id="rId14" Type="http://schemas.openxmlformats.org/officeDocument/2006/relationships/image" Target="../media/image-16-8.png"/><Relationship Id="rId16" Type="http://schemas.openxmlformats.org/officeDocument/2006/relationships/image" Target="../media/image-16-9.png"/><Relationship Id="rId18" Type="http://schemas.openxmlformats.org/officeDocument/2006/relationships/image" Target="../media/image-16-10.png"/><Relationship Id="rId20" Type="http://schemas.openxmlformats.org/officeDocument/2006/relationships/image" Target="../media/image-16-11.png"/><Relationship Id="rId22" Type="http://schemas.openxmlformats.org/officeDocument/2006/relationships/image" Target="../media/image-16-12.png"/><Relationship Id="rId24" Type="http://schemas.openxmlformats.org/officeDocument/2006/relationships/image" Target="../media/image-16-13.png"/><Relationship Id="rId26" Type="http://schemas.openxmlformats.org/officeDocument/2006/relationships/image" Target="../media/image-16-14.png"/><Relationship Id="rId28" Type="http://schemas.openxmlformats.org/officeDocument/2006/relationships/image" Target="../media/image-16-15.png"/><Relationship Id="rId30" Type="http://schemas.openxmlformats.org/officeDocument/2006/relationships/image" Target="../media/image-16-16.png"/><Relationship Id="rId32" Type="http://schemas.openxmlformats.org/officeDocument/2006/relationships/image" Target="../media/image-16-17.png"/><Relationship Id="rId34" Type="http://schemas.openxmlformats.org/officeDocument/2006/relationships/image" Target="../media/image-16-18.png"/><Relationship Id="rId36" Type="http://schemas.openxmlformats.org/officeDocument/2006/relationships/image" Target="../media/image-16-19.png"/><Relationship Id="rId38" Type="http://schemas.openxmlformats.org/officeDocument/2006/relationships/image" Target="../media/image-16-20.png"/><Relationship Id="rId40" Type="http://schemas.openxmlformats.org/officeDocument/2006/relationships/image" Target="../media/image-16-21.png"/><Relationship Id="rId42" Type="http://schemas.openxmlformats.org/officeDocument/2006/relationships/image" Target="../media/image-16-22.png"/><Relationship Id="rId44" Type="http://schemas.openxmlformats.org/officeDocument/2006/relationships/image" Target="../media/image-16-23.png"/><Relationship Id="rId46" Type="http://schemas.openxmlformats.org/officeDocument/2006/relationships/image" Target="../media/image-16-24.png"/><Relationship Id="rId48" Type="http://schemas.openxmlformats.org/officeDocument/2006/relationships/image" Target="../media/image-16-25.png"/><Relationship Id="rId50" Type="http://schemas.openxmlformats.org/officeDocument/2006/relationships/image" Target="../media/image-16-26.png"/><Relationship Id="rId52" Type="http://schemas.openxmlformats.org/officeDocument/2006/relationships/slideLayout" Target="../slideLayouts/slideLayout1.xml"/><Relationship Id="rId5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usinessghana.com/site/directory/primary-schools/24134/Montessori-School-Pedu" TargetMode="External"/><Relationship Id="rId5" Type="http://schemas.openxmlformats.org/officeDocument/2006/relationships/hyperlink" Target="https://www.ghanayello.com/category/schools/city:Cape_Coast" TargetMode="External"/><Relationship Id="rId7" Type="http://schemas.openxmlformats.org/officeDocument/2006/relationships/hyperlink" Target="https://www.ghanayello.com/category/schools/city:Cape_Coast" TargetMode="External"/><Relationship Id="rId9" Type="http://schemas.openxmlformats.org/officeDocument/2006/relationships/hyperlink" Target="https://www.ghanayello.com/category/schools/city:Cape_Coast" TargetMode="External"/><Relationship Id="rId11" Type="http://schemas.openxmlformats.org/officeDocument/2006/relationships/hyperlink" Target="https://sites.google.com/view/myccmed/schools" TargetMode="External"/><Relationship Id="rId13" Type="http://schemas.openxmlformats.org/officeDocument/2006/relationships/hyperlink" Target="https://sites.google.com/view/myccmed/schools" TargetMode="External"/><Relationship Id="rId15" Type="http://schemas.openxmlformats.org/officeDocument/2006/relationships/hyperlink" Target="https://sites.google.com/view/myccmed/schools" TargetMode="External"/><Relationship Id="rId17" Type="http://schemas.openxmlformats.org/officeDocument/2006/relationships/hyperlink" Target="https://sites.google.com/view/myccmed/schools" TargetMode="External"/><Relationship Id="rId19" Type="http://schemas.openxmlformats.org/officeDocument/2006/relationships/hyperlink" Target="https://sites.google.com/view/myccmed/schools" TargetMode="External"/><Relationship Id="rId21" Type="http://schemas.openxmlformats.org/officeDocument/2006/relationships/hyperlink" Target="https://sites.google.com/view/myccmed/schools" TargetMode="External"/><Relationship Id="rId23" Type="http://schemas.openxmlformats.org/officeDocument/2006/relationships/hyperlink" Target="https://sites.google.com/view/myccmed/schools" TargetMode="External"/><Relationship Id="rId25" Type="http://schemas.openxmlformats.org/officeDocument/2006/relationships/hyperlink" Target="https://sites.google.com/view/myccmed/schools" TargetMode="External"/><Relationship Id="rId27" Type="http://schemas.openxmlformats.org/officeDocument/2006/relationships/hyperlink" Target="https://safarischool.edu.gh/" TargetMode="External"/><Relationship Id="rId29" Type="http://schemas.openxmlformats.org/officeDocument/2006/relationships/hyperlink" Target="https://www.doris.school/international-schools/ghana/accra/primary-schools" TargetMode="External"/><Relationship Id="rId31" Type="http://schemas.openxmlformats.org/officeDocument/2006/relationships/hyperlink" Target="https://www.doris.school/international-schools/ghana/accra/primary-schools" TargetMode="External"/><Relationship Id="rId33" Type="http://schemas.openxmlformats.org/officeDocument/2006/relationships/hyperlink" Target="https://www.doris.school/international-schools/ghana/accra/primary-schools" TargetMode="External"/><Relationship Id="rId35" Type="http://schemas.openxmlformats.org/officeDocument/2006/relationships/hyperlink" Target="https://en.wikipedia.org/wiki/Special:Search?search=Ghana%20International%20School" TargetMode="External"/><Relationship Id="rId37" Type="http://schemas.openxmlformats.org/officeDocument/2006/relationships/hyperlink" Target="https://www.doris.school/international-schools/ghana/accra/primary-schools" TargetMode="External"/><Relationship Id="rId39" Type="http://schemas.openxmlformats.org/officeDocument/2006/relationships/hyperlink" Target="https://github.com/samquansah-algo/nbc-vct/tree/main/weekly-tactics/04-sales/" TargetMode="External"/><Relationship Id="rId41" Type="http://schemas.openxmlformats.org/officeDocument/2006/relationships/hyperlink" Target="https://github.com/samquansah-algo/nbc-vct/blob/main/weekly-tactics/04-sales/README.md" TargetMode="External"/><Relationship Id="rId4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image" Target="../media/image-17-4.png"/><Relationship Id="rId8" Type="http://schemas.openxmlformats.org/officeDocument/2006/relationships/image" Target="../media/image-17-5.png"/><Relationship Id="rId10" Type="http://schemas.openxmlformats.org/officeDocument/2006/relationships/image" Target="../media/image-17-6.png"/><Relationship Id="rId12" Type="http://schemas.openxmlformats.org/officeDocument/2006/relationships/image" Target="../media/image-17-7.png"/><Relationship Id="rId14" Type="http://schemas.openxmlformats.org/officeDocument/2006/relationships/image" Target="../media/image-17-8.png"/><Relationship Id="rId16" Type="http://schemas.openxmlformats.org/officeDocument/2006/relationships/image" Target="../media/image-17-9.png"/><Relationship Id="rId18" Type="http://schemas.openxmlformats.org/officeDocument/2006/relationships/image" Target="../media/image-17-10.png"/><Relationship Id="rId20" Type="http://schemas.openxmlformats.org/officeDocument/2006/relationships/image" Target="../media/image-17-11.png"/><Relationship Id="rId22" Type="http://schemas.openxmlformats.org/officeDocument/2006/relationships/image" Target="../media/image-17-12.png"/><Relationship Id="rId24" Type="http://schemas.openxmlformats.org/officeDocument/2006/relationships/image" Target="../media/image-17-13.png"/><Relationship Id="rId26" Type="http://schemas.openxmlformats.org/officeDocument/2006/relationships/image" Target="../media/image-17-14.png"/><Relationship Id="rId28" Type="http://schemas.openxmlformats.org/officeDocument/2006/relationships/image" Target="../media/image-17-15.png"/><Relationship Id="rId30" Type="http://schemas.openxmlformats.org/officeDocument/2006/relationships/image" Target="../media/image-17-16.png"/><Relationship Id="rId32" Type="http://schemas.openxmlformats.org/officeDocument/2006/relationships/image" Target="../media/image-17-17.png"/><Relationship Id="rId34" Type="http://schemas.openxmlformats.org/officeDocument/2006/relationships/image" Target="../media/image-17-18.png"/><Relationship Id="rId36" Type="http://schemas.openxmlformats.org/officeDocument/2006/relationships/image" Target="../media/image-17-19.png"/><Relationship Id="rId38" Type="http://schemas.openxmlformats.org/officeDocument/2006/relationships/image" Target="../media/image-17-20.png"/><Relationship Id="rId40" Type="http://schemas.openxmlformats.org/officeDocument/2006/relationships/image" Target="../media/image-17-21.png"/><Relationship Id="rId42" Type="http://schemas.openxmlformats.org/officeDocument/2006/relationships/image" Target="../media/image-17-22.png"/><Relationship Id="rId44" Type="http://schemas.openxmlformats.org/officeDocument/2006/relationships/slideLayout" Target="../slideLayouts/slideLayout1.xml"/><Relationship Id="rId4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sia.gov.gh/wp-content/uploads/ACCREDITED-SCHOOLS-OFFERING-CAMBRIDGE-AND-IB-CURRICULA-IN-GHANA_PRESS-RELEASE_14OCT2021_0.pdf" TargetMode="External"/><Relationship Id="rId5" Type="http://schemas.openxmlformats.org/officeDocument/2006/relationships/hyperlink" Target="https://www.nasia.gov.gh/wp-content/uploads/ACCREDITED-SCHOOLS-OFFERING-CAMBRIDGE-AND-IB-CURRICULA-IN-GHANA_PRESS-RELEASE_14OCT2021_0.pdf" TargetMode="External"/><Relationship Id="rId7" Type="http://schemas.openxmlformats.org/officeDocument/2006/relationships/hyperlink" Target="https://en.wikipedia.org/wiki/Special:Search?search=Galaxy%20International%20School" TargetMode="External"/><Relationship Id="rId9" Type="http://schemas.openxmlformats.org/officeDocument/2006/relationships/hyperlink" Target="https://www.nasia.gov.gh/wp-content/uploads/ACCREDITED-SCHOOLS-OFFERING-CAMBRIDGE-AND-IB-CURRICULA-IN-GHANA_PRESS-RELEASE_14OCT2021_0.pdf" TargetMode="External"/><Relationship Id="rId11" Type="http://schemas.openxmlformats.org/officeDocument/2006/relationships/hyperlink" Target="https://www.nasia.gov.gh/wp-content/uploads/ACCREDITED-SCHOOLS-OFFERING-CAMBRIDGE-AND-IB-CURRICULA-IN-GHANA_PRESS-RELEASE_14OCT2021_0.pdf" TargetMode="External"/><Relationship Id="rId13" Type="http://schemas.openxmlformats.org/officeDocument/2006/relationships/hyperlink" Target="https://en.wikipedia.org/wiki/Special:Search?search=American%20International%20School%20of%20Accra" TargetMode="External"/><Relationship Id="rId15" Type="http://schemas.openxmlformats.org/officeDocument/2006/relationships/hyperlink" Target="https://www.ghanayello.com/category/schools/city:Cape_Coast" TargetMode="External"/><Relationship Id="rId17" Type="http://schemas.openxmlformats.org/officeDocument/2006/relationships/hyperlink" Target="https://www.ghanayello.com/category/schools/city:Cape_Coast" TargetMode="External"/><Relationship Id="rId19" Type="http://schemas.openxmlformats.org/officeDocument/2006/relationships/hyperlink" Target="https://www.ghanayello.com/category/schools/city:Cape_Coast" TargetMode="External"/><Relationship Id="rId21" Type="http://schemas.openxmlformats.org/officeDocument/2006/relationships/hyperlink" Target="https://www.ghanayello.com/category/schools/city:Cape_Coast" TargetMode="External"/><Relationship Id="rId23" Type="http://schemas.openxmlformats.org/officeDocument/2006/relationships/hyperlink" Target="https://www.ghanayello.com/category/schools/city:Cape_Coast" TargetMode="External"/><Relationship Id="rId25" Type="http://schemas.openxmlformats.org/officeDocument/2006/relationships/hyperlink" Target="https://www.ghanayello.com/category/schools/city:Cape_Coast" TargetMode="External"/><Relationship Id="rId27" Type="http://schemas.openxmlformats.org/officeDocument/2006/relationships/hyperlink" Target="https://www.ghanayello.com/category/schools/city:Cape_Coast" TargetMode="External"/><Relationship Id="rId29" Type="http://schemas.openxmlformats.org/officeDocument/2006/relationships/hyperlink" Target="https://en.wikipedia.org/wiki/List_of_schools_in_Ghana" TargetMode="External"/><Relationship Id="rId31" Type="http://schemas.openxmlformats.org/officeDocument/2006/relationships/hyperlink" Target="https://en.wikipedia.org/wiki/Special:Search?search=Takoradi%20International%20School" TargetMode="External"/><Relationship Id="rId33" Type="http://schemas.openxmlformats.org/officeDocument/2006/relationships/hyperlink" Target="https://www.britishcouncil.org.gh/exam/igcse-school/british-council-partner-schools/partner-schools-list" TargetMode="External"/><Relationship Id="rId35" Type="http://schemas.openxmlformats.org/officeDocument/2006/relationships/hyperlink" Target="https://www.britishcouncil.org.gh/exam/igcse-school/british-council-partner-schools/partner-schools-list" TargetMode="External"/><Relationship Id="rId37" Type="http://schemas.openxmlformats.org/officeDocument/2006/relationships/hyperlink" Target="https://www.britishcouncil.org.gh/exam/igcse-school/british-council-partner-schools/partner-schools-list" TargetMode="External"/><Relationship Id="rId39" Type="http://schemas.openxmlformats.org/officeDocument/2006/relationships/hyperlink" Target="https://github.com/samquansah-algo/nbc-vct/tree/main/weekly-tactics/04-sales/" TargetMode="External"/><Relationship Id="rId41" Type="http://schemas.openxmlformats.org/officeDocument/2006/relationships/hyperlink" Target="https://github.com/samquansah-algo/nbc-vct/blob/main/weekly-tactics/04-sales/README.md" TargetMode="External"/><Relationship Id="rId4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image" Target="../media/image-18-4.png"/><Relationship Id="rId8" Type="http://schemas.openxmlformats.org/officeDocument/2006/relationships/image" Target="../media/image-18-5.png"/><Relationship Id="rId10" Type="http://schemas.openxmlformats.org/officeDocument/2006/relationships/image" Target="../media/image-18-6.png"/><Relationship Id="rId12" Type="http://schemas.openxmlformats.org/officeDocument/2006/relationships/image" Target="../media/image-18-7.png"/><Relationship Id="rId14" Type="http://schemas.openxmlformats.org/officeDocument/2006/relationships/image" Target="../media/image-18-8.png"/><Relationship Id="rId16" Type="http://schemas.openxmlformats.org/officeDocument/2006/relationships/image" Target="../media/image-18-9.png"/><Relationship Id="rId18" Type="http://schemas.openxmlformats.org/officeDocument/2006/relationships/image" Target="../media/image-18-10.png"/><Relationship Id="rId20" Type="http://schemas.openxmlformats.org/officeDocument/2006/relationships/image" Target="../media/image-18-11.png"/><Relationship Id="rId22" Type="http://schemas.openxmlformats.org/officeDocument/2006/relationships/image" Target="../media/image-18-12.png"/><Relationship Id="rId24" Type="http://schemas.openxmlformats.org/officeDocument/2006/relationships/image" Target="../media/image-18-13.png"/><Relationship Id="rId26" Type="http://schemas.openxmlformats.org/officeDocument/2006/relationships/image" Target="../media/image-18-14.png"/><Relationship Id="rId28" Type="http://schemas.openxmlformats.org/officeDocument/2006/relationships/image" Target="../media/image-18-15.png"/><Relationship Id="rId30" Type="http://schemas.openxmlformats.org/officeDocument/2006/relationships/image" Target="../media/image-18-16.png"/><Relationship Id="rId32" Type="http://schemas.openxmlformats.org/officeDocument/2006/relationships/image" Target="../media/image-18-17.png"/><Relationship Id="rId34" Type="http://schemas.openxmlformats.org/officeDocument/2006/relationships/image" Target="../media/image-18-18.png"/><Relationship Id="rId36" Type="http://schemas.openxmlformats.org/officeDocument/2006/relationships/image" Target="../media/image-18-19.png"/><Relationship Id="rId38" Type="http://schemas.openxmlformats.org/officeDocument/2006/relationships/image" Target="../media/image-18-20.png"/><Relationship Id="rId40" Type="http://schemas.openxmlformats.org/officeDocument/2006/relationships/image" Target="../media/image-18-21.png"/><Relationship Id="rId42" Type="http://schemas.openxmlformats.org/officeDocument/2006/relationships/image" Target="../media/image-18-22.png"/><Relationship Id="rId44" Type="http://schemas.openxmlformats.org/officeDocument/2006/relationships/slideLayout" Target="../slideLayouts/slideLayout1.xml"/><Relationship Id="rId4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itishcouncil.org.gh/exam/igcse-school/british-council-partner-schools/partner-schools-list" TargetMode="External"/><Relationship Id="rId5" Type="http://schemas.openxmlformats.org/officeDocument/2006/relationships/hyperlink" Target="https://www.britishcouncil.org.gh/exam/igcse-school/british-council-partner-schools/partner-schools-list" TargetMode="External"/><Relationship Id="rId7" Type="http://schemas.openxmlformats.org/officeDocument/2006/relationships/hyperlink" Target="https://www.ghanayello.com/category/schools/city:Cape_Coast" TargetMode="External"/><Relationship Id="rId9" Type="http://schemas.openxmlformats.org/officeDocument/2006/relationships/hyperlink" Target="https://www.ghanayello.com/category/schools/city:Cape_Coast" TargetMode="External"/><Relationship Id="rId11" Type="http://schemas.openxmlformats.org/officeDocument/2006/relationships/hyperlink" Target="https://brookhouse.ac.ke/" TargetMode="External"/><Relationship Id="rId13" Type="http://schemas.openxmlformats.org/officeDocument/2006/relationships/hyperlink" Target="https://www.doris.school/international-schools/ghana/accra/primary-schools" TargetMode="External"/><Relationship Id="rId15" Type="http://schemas.openxmlformats.org/officeDocument/2006/relationships/hyperlink" Target="https://www.doris.school/international-schools/ghana/accra/primary-schools" TargetMode="External"/><Relationship Id="rId17" Type="http://schemas.openxmlformats.org/officeDocument/2006/relationships/hyperlink" Target="https://www.doris.school/international-schools/ghana/accra/primary-schools" TargetMode="External"/><Relationship Id="rId19" Type="http://schemas.openxmlformats.org/officeDocument/2006/relationships/hyperlink" Target="https://www.doris.school/international-schools/ghana/accra/primary-schools" TargetMode="External"/><Relationship Id="rId21" Type="http://schemas.openxmlformats.org/officeDocument/2006/relationships/hyperlink" Target="https://www.doris.school/international-schools/ghana/accra/primary-schools" TargetMode="External"/><Relationship Id="rId23" Type="http://schemas.openxmlformats.org/officeDocument/2006/relationships/hyperlink" Target="https://www.doris.school/international-schools/ghana/accra/primary-schools" TargetMode="External"/><Relationship Id="rId25" Type="http://schemas.openxmlformats.org/officeDocument/2006/relationships/hyperlink" Target="https://en.wikipedia.org/wiki/Special:Search?search=Kampala%20International%20School%20Uganda" TargetMode="External"/><Relationship Id="rId27" Type="http://schemas.openxmlformats.org/officeDocument/2006/relationships/hyperlink" Target="https://international-schools-database.com/" TargetMode="External"/><Relationship Id="rId29" Type="http://schemas.openxmlformats.org/officeDocument/2006/relationships/hyperlink" Target="https://international-schools-database.com/" TargetMode="External"/><Relationship Id="rId31" Type="http://schemas.openxmlformats.org/officeDocument/2006/relationships/hyperlink" Target="https://en.wikipedia.org/wiki/Special:Search?search=British%20International%20School%20Lagos" TargetMode="External"/><Relationship Id="rId33" Type="http://schemas.openxmlformats.org/officeDocument/2006/relationships/hyperlink" Target="https://charterhouselagos.com/" TargetMode="External"/><Relationship Id="rId35" Type="http://schemas.openxmlformats.org/officeDocument/2006/relationships/hyperlink" Target="https://en.wikipedia.org/wiki/Special:Search?search=International%20School%20of%20Kigali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image" Target="../media/image-19-4.png"/><Relationship Id="rId8" Type="http://schemas.openxmlformats.org/officeDocument/2006/relationships/image" Target="../media/image-19-5.png"/><Relationship Id="rId10" Type="http://schemas.openxmlformats.org/officeDocument/2006/relationships/image" Target="../media/image-19-6.png"/><Relationship Id="rId12" Type="http://schemas.openxmlformats.org/officeDocument/2006/relationships/image" Target="../media/image-19-7.png"/><Relationship Id="rId14" Type="http://schemas.openxmlformats.org/officeDocument/2006/relationships/image" Target="../media/image-19-8.png"/><Relationship Id="rId16" Type="http://schemas.openxmlformats.org/officeDocument/2006/relationships/image" Target="../media/image-19-9.png"/><Relationship Id="rId18" Type="http://schemas.openxmlformats.org/officeDocument/2006/relationships/image" Target="../media/image-19-10.png"/><Relationship Id="rId20" Type="http://schemas.openxmlformats.org/officeDocument/2006/relationships/image" Target="../media/image-19-11.png"/><Relationship Id="rId22" Type="http://schemas.openxmlformats.org/officeDocument/2006/relationships/image" Target="../media/image-19-12.png"/><Relationship Id="rId24" Type="http://schemas.openxmlformats.org/officeDocument/2006/relationships/image" Target="../media/image-19-13.png"/><Relationship Id="rId26" Type="http://schemas.openxmlformats.org/officeDocument/2006/relationships/image" Target="../media/image-19-14.png"/><Relationship Id="rId28" Type="http://schemas.openxmlformats.org/officeDocument/2006/relationships/image" Target="../media/image-19-15.png"/><Relationship Id="rId30" Type="http://schemas.openxmlformats.org/officeDocument/2006/relationships/image" Target="../media/image-19-16.png"/><Relationship Id="rId32" Type="http://schemas.openxmlformats.org/officeDocument/2006/relationships/image" Target="../media/image-19-17.png"/><Relationship Id="rId34" Type="http://schemas.openxmlformats.org/officeDocument/2006/relationships/image" Target="../media/image-19-18.png"/><Relationship Id="rId36" Type="http://schemas.openxmlformats.org/officeDocument/2006/relationships/image" Target="../media/image-19-19.png"/><Relationship Id="rId38" Type="http://schemas.openxmlformats.org/officeDocument/2006/relationships/image" Target="../media/image-19-20.png"/><Relationship Id="rId40" Type="http://schemas.openxmlformats.org/officeDocument/2006/relationships/image" Target="../media/image-19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ship.mtn.com.gh/" TargetMode="External"/><Relationship Id="rId5" Type="http://schemas.openxmlformats.org/officeDocument/2006/relationships/hyperlink" Target="https://telecel.com.gh/foundation" TargetMode="External"/><Relationship Id="rId7" Type="http://schemas.openxmlformats.org/officeDocument/2006/relationships/hyperlink" Target="https://goldfields-ghana.com/" TargetMode="External"/><Relationship Id="rId9" Type="http://schemas.openxmlformats.org/officeDocument/2006/relationships/hyperlink" Target="https://www.google.com/search?q=Ecobank+Ghana+Code+Club+AI" TargetMode="External"/><Relationship Id="rId11" Type="http://schemas.openxmlformats.org/officeDocument/2006/relationships/hyperlink" Target="https://www.ghanaweb.com/GhanaHomePage/NewsArchive/MoE-Karpowership-Ghana-champions-STEM-education-for-young-girls-1971303" TargetMode="External"/><Relationship Id="rId13" Type="http://schemas.openxmlformats.org/officeDocument/2006/relationships/hyperlink" Target="https://www.globalgiving.org/projects/females-in-tech-initiative-femiti/" TargetMode="External"/><Relationship Id="rId15" Type="http://schemas.openxmlformats.org/officeDocument/2006/relationships/hyperlink" Target="https://en.wikipedia.org/wiki/Special:Search?search=Elsie%20Effah%20Kaufmann%20Foundation" TargetMode="External"/><Relationship Id="rId17" Type="http://schemas.openxmlformats.org/officeDocument/2006/relationships/hyperlink" Target="https://globalpartnership.org/" TargetMode="External"/><Relationship Id="rId19" Type="http://schemas.openxmlformats.org/officeDocument/2006/relationships/hyperlink" Target="https://worldbank.org/" TargetMode="External"/><Relationship Id="rId21" Type="http://schemas.openxmlformats.org/officeDocument/2006/relationships/hyperlink" Target="https://www.citinewsroom.com/2025/05/ghana-secures-80m-education-boost-through-landmark-partnership-with-scale-consortium/" TargetMode="External"/><Relationship Id="rId23" Type="http://schemas.openxmlformats.org/officeDocument/2006/relationships/hyperlink" Target="https://mastercardfdn.org/" TargetMode="External"/><Relationship Id="rId25" Type="http://schemas.openxmlformats.org/officeDocument/2006/relationships/hyperlink" Target="https://essa-africa.org/partners" TargetMode="External"/><Relationship Id="rId27" Type="http://schemas.openxmlformats.org/officeDocument/2006/relationships/hyperlink" Target="https://essa-africa.org/partners" TargetMode="External"/><Relationship Id="rId29" Type="http://schemas.openxmlformats.org/officeDocument/2006/relationships/hyperlink" Target="https://www.instrumentl.com/browse-grants/africa/stem-education-grants" TargetMode="External"/><Relationship Id="rId31" Type="http://schemas.openxmlformats.org/officeDocument/2006/relationships/hyperlink" Target="https://essa-africa.org/" TargetMode="External"/><Relationship Id="rId33" Type="http://schemas.openxmlformats.org/officeDocument/2006/relationships/hyperlink" Target="https://news.microsoft.com/source/emea/2026/03/education-plus-and-microsoft-launch-empower-an-ai-digital-skills-platform-for-young-people-across-africa/" TargetMode="External"/><Relationship Id="rId35" Type="http://schemas.openxmlformats.org/officeDocument/2006/relationships/hyperlink" Target="https://logitech.com/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image" Target="../media/image-20-5.png"/><Relationship Id="rId10" Type="http://schemas.openxmlformats.org/officeDocument/2006/relationships/image" Target="../media/image-20-6.png"/><Relationship Id="rId12" Type="http://schemas.openxmlformats.org/officeDocument/2006/relationships/image" Target="../media/image-20-7.png"/><Relationship Id="rId14" Type="http://schemas.openxmlformats.org/officeDocument/2006/relationships/image" Target="../media/image-20-8.png"/><Relationship Id="rId16" Type="http://schemas.openxmlformats.org/officeDocument/2006/relationships/image" Target="../media/image-20-9.png"/><Relationship Id="rId18" Type="http://schemas.openxmlformats.org/officeDocument/2006/relationships/image" Target="../media/image-20-10.png"/><Relationship Id="rId20" Type="http://schemas.openxmlformats.org/officeDocument/2006/relationships/image" Target="../media/image-20-11.png"/><Relationship Id="rId22" Type="http://schemas.openxmlformats.org/officeDocument/2006/relationships/image" Target="../media/image-20-12.png"/><Relationship Id="rId24" Type="http://schemas.openxmlformats.org/officeDocument/2006/relationships/image" Target="../media/image-20-13.png"/><Relationship Id="rId26" Type="http://schemas.openxmlformats.org/officeDocument/2006/relationships/image" Target="../media/image-20-14.png"/><Relationship Id="rId28" Type="http://schemas.openxmlformats.org/officeDocument/2006/relationships/image" Target="../media/image-20-15.png"/><Relationship Id="rId30" Type="http://schemas.openxmlformats.org/officeDocument/2006/relationships/image" Target="../media/image-20-16.png"/><Relationship Id="rId32" Type="http://schemas.openxmlformats.org/officeDocument/2006/relationships/image" Target="../media/image-20-17.png"/><Relationship Id="rId34" Type="http://schemas.openxmlformats.org/officeDocument/2006/relationships/image" Target="../media/image-20-18.png"/><Relationship Id="rId36" Type="http://schemas.openxmlformats.org/officeDocument/2006/relationships/image" Target="../media/image-20-19.png"/><Relationship Id="rId38" Type="http://schemas.openxmlformats.org/officeDocument/2006/relationships/image" Target="../media/image-20-20.png"/><Relationship Id="rId40" Type="http://schemas.openxmlformats.org/officeDocument/2006/relationships/image" Target="../media/image-20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santeafrica.org/" TargetMode="External"/><Relationship Id="rId5" Type="http://schemas.openxmlformats.org/officeDocument/2006/relationships/hyperlink" Target="https://digitalskillsafrica.org/" TargetMode="External"/><Relationship Id="rId7" Type="http://schemas.openxmlformats.org/officeDocument/2006/relationships/hyperlink" Target="https://bstemghana.com/" TargetMode="External"/><Relationship Id="rId9" Type="http://schemas.openxmlformats.org/officeDocument/2006/relationships/hyperlink" Target="https://learningthroughplay.com/" TargetMode="External"/><Relationship Id="rId11" Type="http://schemas.openxmlformats.org/officeDocument/2006/relationships/hyperlink" Target="https://oakfnd.org/" TargetMode="External"/><Relationship Id="rId13" Type="http://schemas.openxmlformats.org/officeDocument/2006/relationships/hyperlink" Target="https://gatesfoundation.org/" TargetMode="External"/><Relationship Id="rId15" Type="http://schemas.openxmlformats.org/officeDocument/2006/relationships/hyperlink" Target="https://hewlett.org/" TargetMode="External"/><Relationship Id="rId17" Type="http://schemas.openxmlformats.org/officeDocument/2006/relationships/hyperlink" Target="https://imaginablefutures.com/" TargetMode="External"/><Relationship Id="rId19" Type="http://schemas.openxmlformats.org/officeDocument/2006/relationships/hyperlink" Target="https://fordfoundation.org/" TargetMode="External"/><Relationship Id="rId21" Type="http://schemas.openxmlformats.org/officeDocument/2006/relationships/hyperlink" Target="https://unicef.org/ghana" TargetMode="External"/><Relationship Id="rId23" Type="http://schemas.openxmlformats.org/officeDocument/2006/relationships/hyperlink" Target="https://gov.uk/fcdo" TargetMode="External"/><Relationship Id="rId25" Type="http://schemas.openxmlformats.org/officeDocument/2006/relationships/hyperlink" Target="https://international.gc.ca/" TargetMode="External"/><Relationship Id="rId27" Type="http://schemas.openxmlformats.org/officeDocument/2006/relationships/hyperlink" Target="https://koica.go.kr/" TargetMode="External"/><Relationship Id="rId29" Type="http://schemas.openxmlformats.org/officeDocument/2006/relationships/hyperlink" Target="https://jica.go.jp/" TargetMode="External"/><Relationship Id="rId31" Type="http://schemas.openxmlformats.org/officeDocument/2006/relationships/hyperlink" Target="https://giz.de/" TargetMode="External"/><Relationship Id="rId33" Type="http://schemas.openxmlformats.org/officeDocument/2006/relationships/hyperlink" Target="https://google.org/" TargetMode="External"/><Relationship Id="rId35" Type="http://schemas.openxmlformats.org/officeDocument/2006/relationships/hyperlink" Target="https://about.meta.com/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image" Target="../media/image-21-4.png"/><Relationship Id="rId8" Type="http://schemas.openxmlformats.org/officeDocument/2006/relationships/image" Target="../media/image-21-5.png"/><Relationship Id="rId10" Type="http://schemas.openxmlformats.org/officeDocument/2006/relationships/image" Target="../media/image-21-6.png"/><Relationship Id="rId12" Type="http://schemas.openxmlformats.org/officeDocument/2006/relationships/image" Target="../media/image-21-7.png"/><Relationship Id="rId14" Type="http://schemas.openxmlformats.org/officeDocument/2006/relationships/image" Target="../media/image-21-8.png"/><Relationship Id="rId16" Type="http://schemas.openxmlformats.org/officeDocument/2006/relationships/image" Target="../media/image-21-9.png"/><Relationship Id="rId18" Type="http://schemas.openxmlformats.org/officeDocument/2006/relationships/image" Target="../media/image-21-10.png"/><Relationship Id="rId20" Type="http://schemas.openxmlformats.org/officeDocument/2006/relationships/image" Target="../media/image-21-11.png"/><Relationship Id="rId22" Type="http://schemas.openxmlformats.org/officeDocument/2006/relationships/image" Target="../media/image-21-12.png"/><Relationship Id="rId24" Type="http://schemas.openxmlformats.org/officeDocument/2006/relationships/image" Target="../media/image-21-13.png"/><Relationship Id="rId26" Type="http://schemas.openxmlformats.org/officeDocument/2006/relationships/image" Target="../media/image-21-14.png"/><Relationship Id="rId28" Type="http://schemas.openxmlformats.org/officeDocument/2006/relationships/image" Target="../media/image-21-15.png"/><Relationship Id="rId30" Type="http://schemas.openxmlformats.org/officeDocument/2006/relationships/image" Target="../media/image-21-16.png"/><Relationship Id="rId32" Type="http://schemas.openxmlformats.org/officeDocument/2006/relationships/image" Target="../media/image-21-17.png"/><Relationship Id="rId34" Type="http://schemas.openxmlformats.org/officeDocument/2006/relationships/image" Target="../media/image-21-18.png"/><Relationship Id="rId36" Type="http://schemas.openxmlformats.org/officeDocument/2006/relationships/image" Target="../media/image-21-19.png"/><Relationship Id="rId38" Type="http://schemas.openxmlformats.org/officeDocument/2006/relationships/image" Target="../media/image-21-20.png"/><Relationship Id="rId40" Type="http://schemas.openxmlformats.org/officeDocument/2006/relationships/image" Target="../media/image-21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huawei.com/" TargetMode="External"/><Relationship Id="rId5" Type="http://schemas.openxmlformats.org/officeDocument/2006/relationships/hyperlink" Target="https://samsung.com/" TargetMode="External"/><Relationship Id="rId7" Type="http://schemas.openxmlformats.org/officeDocument/2006/relationships/hyperlink" Target="https://arm.com/resources/education" TargetMode="External"/><Relationship Id="rId9" Type="http://schemas.openxmlformats.org/officeDocument/2006/relationships/hyperlink" Target="https://netacad.com/" TargetMode="External"/><Relationship Id="rId11" Type="http://schemas.openxmlformats.org/officeDocument/2006/relationships/hyperlink" Target="https://fondationorange.com/" TargetMode="External"/><Relationship Id="rId13" Type="http://schemas.openxmlformats.org/officeDocument/2006/relationships/hyperlink" Target="https://vodafone.com/foundation" TargetMode="External"/><Relationship Id="rId15" Type="http://schemas.openxmlformats.org/officeDocument/2006/relationships/hyperlink" Target="https://airtel.africa/" TargetMode="External"/><Relationship Id="rId17" Type="http://schemas.openxmlformats.org/officeDocument/2006/relationships/hyperlink" Target="https://newmont.com/" TargetMode="External"/><Relationship Id="rId19" Type="http://schemas.openxmlformats.org/officeDocument/2006/relationships/hyperlink" Target="https://anglogoldashanti.com/" TargetMode="External"/><Relationship Id="rId21" Type="http://schemas.openxmlformats.org/officeDocument/2006/relationships/hyperlink" Target="https://kosmosenergy.com/" TargetMode="External"/><Relationship Id="rId23" Type="http://schemas.openxmlformats.org/officeDocument/2006/relationships/hyperlink" Target="https://tullowoil.com/" TargetMode="External"/><Relationship Id="rId25" Type="http://schemas.openxmlformats.org/officeDocument/2006/relationships/hyperlink" Target="https://gnpcghana.com/" TargetMode="External"/><Relationship Id="rId27" Type="http://schemas.openxmlformats.org/officeDocument/2006/relationships/hyperlink" Target="https://absa.com.gh/" TargetMode="External"/><Relationship Id="rId29" Type="http://schemas.openxmlformats.org/officeDocument/2006/relationships/hyperlink" Target="https://stanbicbank.com.gh/" TargetMode="External"/><Relationship Id="rId31" Type="http://schemas.openxmlformats.org/officeDocument/2006/relationships/hyperlink" Target="https://gcbbank.com.gh/" TargetMode="External"/><Relationship Id="rId33" Type="http://schemas.openxmlformats.org/officeDocument/2006/relationships/hyperlink" Target="https://fidelitybank.com.gh/" TargetMode="External"/><Relationship Id="rId35" Type="http://schemas.openxmlformats.org/officeDocument/2006/relationships/hyperlink" Target="https://raspberrypi.org/" TargetMode="External"/><Relationship Id="rId37" Type="http://schemas.openxmlformats.org/officeDocument/2006/relationships/hyperlink" Target="https://github.com/samquansah-algo/nbc-vct/tree/main/weekly-tactics/04-sales/" TargetMode="External"/><Relationship Id="rId39" Type="http://schemas.openxmlformats.org/officeDocument/2006/relationships/hyperlink" Target="https://github.com/samquansah-algo/nbc-vct/blob/main/weekly-tactics/04-sales/README.md" TargetMode="External"/><Relationship Id="rId4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image" Target="../media/image-22-4.png"/><Relationship Id="rId8" Type="http://schemas.openxmlformats.org/officeDocument/2006/relationships/image" Target="../media/image-22-5.png"/><Relationship Id="rId10" Type="http://schemas.openxmlformats.org/officeDocument/2006/relationships/image" Target="../media/image-22-6.png"/><Relationship Id="rId12" Type="http://schemas.openxmlformats.org/officeDocument/2006/relationships/image" Target="../media/image-22-7.png"/><Relationship Id="rId14" Type="http://schemas.openxmlformats.org/officeDocument/2006/relationships/image" Target="../media/image-22-8.png"/><Relationship Id="rId16" Type="http://schemas.openxmlformats.org/officeDocument/2006/relationships/image" Target="../media/image-22-9.png"/><Relationship Id="rId18" Type="http://schemas.openxmlformats.org/officeDocument/2006/relationships/image" Target="../media/image-22-10.png"/><Relationship Id="rId20" Type="http://schemas.openxmlformats.org/officeDocument/2006/relationships/image" Target="../media/image-22-11.png"/><Relationship Id="rId22" Type="http://schemas.openxmlformats.org/officeDocument/2006/relationships/image" Target="../media/image-22-12.png"/><Relationship Id="rId24" Type="http://schemas.openxmlformats.org/officeDocument/2006/relationships/image" Target="../media/image-22-13.png"/><Relationship Id="rId26" Type="http://schemas.openxmlformats.org/officeDocument/2006/relationships/image" Target="../media/image-22-14.png"/><Relationship Id="rId28" Type="http://schemas.openxmlformats.org/officeDocument/2006/relationships/image" Target="../media/image-22-15.png"/><Relationship Id="rId30" Type="http://schemas.openxmlformats.org/officeDocument/2006/relationships/image" Target="../media/image-22-16.png"/><Relationship Id="rId32" Type="http://schemas.openxmlformats.org/officeDocument/2006/relationships/image" Target="../media/image-22-17.png"/><Relationship Id="rId34" Type="http://schemas.openxmlformats.org/officeDocument/2006/relationships/image" Target="../media/image-22-18.png"/><Relationship Id="rId36" Type="http://schemas.openxmlformats.org/officeDocument/2006/relationships/image" Target="../media/image-22-19.png"/><Relationship Id="rId38" Type="http://schemas.openxmlformats.org/officeDocument/2006/relationships/image" Target="../media/image-22-20.png"/><Relationship Id="rId40" Type="http://schemas.openxmlformats.org/officeDocument/2006/relationships/image" Target="../media/image-22-21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image" Target="../media/image-2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weekly-tactics/04-sales/OUTREACH_KIT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image" Target="../media/image-29-3.png"/><Relationship Id="rId6" Type="http://schemas.openxmlformats.org/officeDocument/2006/relationships/image" Target="../media/image-2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marketing/crm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image" Target="../media/image-30-3.png"/><Relationship Id="rId6" Type="http://schemas.openxmlformats.org/officeDocument/2006/relationships/image" Target="../media/image-30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tree/main/weekly-tactics/04-sales/" TargetMode="External"/><Relationship Id="rId5" Type="http://schemas.openxmlformats.org/officeDocument/2006/relationships/hyperlink" Target="https://github.com/samquansah-algo/nbc-vct/blob/main/marketing/crm/README.md" TargetMode="External"/><Relationship Id="rId7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image" Target="../media/image-31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weekly-tactics/04-sales/OUTREACH_KIT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MILESTONE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image" Target="../media/image-3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4" Type="http://schemas.openxmlformats.org/officeDocument/2006/relationships/image" Target="../media/image-3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4" Type="http://schemas.openxmlformats.org/officeDocument/2006/relationships/image" Target="../media/image-3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v6-capability-layer/THESIS.md" TargetMode="External"/><Relationship Id="rId5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4" Type="http://schemas.openxmlformats.org/officeDocument/2006/relationships/image" Target="../media/image-38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mailto:samquansah@gse.harvard.edu" TargetMode="External"/><Relationship Id="rId5" Type="http://schemas.openxmlformats.org/officeDocument/2006/relationships/hyperlink" Target="mailto:samquans@mit.edu" TargetMode="External"/><Relationship Id="rId7" Type="http://schemas.openxmlformats.org/officeDocument/2006/relationships/hyperlink" Target="https://github.com/samquansah-algo/nbc-vct/tree/main/weekly-tactics/04-sales/" TargetMode="External"/><Relationship Id="rId9" Type="http://schemas.openxmlformats.org/officeDocument/2006/relationships/hyperlink" Target="https://github.com/samquansah-algo/nbc-vct/blob/main/weekly-tactics/04-sales/lead_list_template.csv" TargetMode="External"/><Relationship Id="rId11" Type="http://schemas.openxmlformats.org/officeDocument/2006/relationships/hyperlink" Target="https://github.com/samquansah-algo/nbc-vct/blob/main/brand/NBC_Brand_Guide.pdf" TargetMode="External"/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4" Type="http://schemas.openxmlformats.org/officeDocument/2006/relationships/image" Target="../media/image-39-3.png"/><Relationship Id="rId6" Type="http://schemas.openxmlformats.org/officeDocument/2006/relationships/image" Target="../media/image-39-4.png"/><Relationship Id="rId8" Type="http://schemas.openxmlformats.org/officeDocument/2006/relationships/image" Target="../media/image-39-5.png"/><Relationship Id="rId10" Type="http://schemas.openxmlformats.org/officeDocument/2006/relationships/image" Target="../media/image-39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429125"/>
            <a:ext cx="1104900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4975" y="4429125"/>
            <a:ext cx="2262187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1-market-research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3431" y="4824412"/>
            <a:ext cx="6762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6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731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75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207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081" y="4824412"/>
            <a:ext cx="1809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396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525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4824412"/>
            <a:ext cx="60483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900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3-persona-ads/README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638" y="4824412"/>
            <a:ext cx="37623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788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633412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akersplacegh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661987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thesmartribe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585788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coastedcode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57150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infinitystem.com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5524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borgenproject.org/stem-education-in-ghana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881063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www.facebook.com/mycodersacademy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1109662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ww.africatechschools.com/country/ghana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995362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ww.africatechschools.com/country/ghana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995362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google.com/search?q=WiSTEM+Ghana+girls+camp+KNUST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704850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modernghana.com/news/1357101/tamale-pamepi-women-in-tech-ghana-inspires-young.html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871538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www.africatechschools.com/country/ghana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995362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stemforallgh.org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55245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en.wikipedia.org/wiki/Special:Search?search=Elsie%20Effah%20Kaufmann%20Foundation%20%28STEM%20Code%29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557213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9jacodekids.com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55245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imaginestemacademy.com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881063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coderealityacademy.com.ng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919162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stemcenterng.com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614363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kidsandtech.com.ng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429375" y="3808065"/>
            <a:ext cx="661987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computertrainingschoolnigeria.com.ng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429375" y="3946178"/>
            <a:ext cx="1285875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digitoto.co.ke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429375" y="4084290"/>
            <a:ext cx="447675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stemimpactcenterkenya.org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429375" y="4222403"/>
            <a:ext cx="919162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stemcenter-africa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733425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igikids.co.ke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4476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evercaretraining.institute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82391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creativity.rw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4000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fundibots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44767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robokids.africa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490537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startupsmagazine.co.uk/article-joining-hands-deliver-education-south-africa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1023937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inovtechsc.com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509587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theafricanstemhub.com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781050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globalgiving.org/projects/catch-them-young-project-stem-education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838200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logitech.com/blog/2024/05/10/logitech-and-techlit-africa-partner-to-support-childrens-education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666750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stemkidsnyc.org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54292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maker-state.com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55245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booleangirl.org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509587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tokyostemschool.com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72390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codeclub.org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428625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coderdojo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495300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rlswhocode.com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604837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blackgirlscode.com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429375" y="3808065"/>
            <a:ext cx="633412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codeninjas.com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429375" y="3946178"/>
            <a:ext cx="514350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engineeringforkids.com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429375" y="4084290"/>
            <a:ext cx="785813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snapology.com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429375" y="4222403"/>
            <a:ext cx="500063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bricks4kidz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53340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bgca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290513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stemettes.org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452437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firetechcamp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5905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africacodeweek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642938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technovation.org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561975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firstlegoleague.org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623888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ro-association.org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652463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idtech.com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361950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madscience.org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519112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businessday.ng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785813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sessionize.com/amanda-obidike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10572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resolutionproject.org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976312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voaafrica.com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704850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linkedin.com/in/vidabugri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85725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guardian.ng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681038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awpnetwork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814388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idealist.org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63341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futureoflearning.ihub.co.ke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429375" y="3808065"/>
            <a:ext cx="895350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hanaiantimes.com.gh/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429375" y="3946178"/>
            <a:ext cx="995362" cy="95250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guardian.ng/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429375" y="4084290"/>
            <a:ext cx="681038" cy="95250"/>
          </a:xfrm>
          <a:prstGeom prst="rect">
            <a:avLst/>
          </a:prstGeom>
        </p:spPr>
      </p:pic>
      <p:pic>
        <p:nvPicPr>
          <p:cNvPr id="24" name="Image 22" descr="preencoded.png">
            <a:hlinkClick r:id="rId45" tooltip="https://africanscienceacademy.org/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429375" y="4222403"/>
            <a:ext cx="885825" cy="95250"/>
          </a:xfrm>
          <a:prstGeom prst="rect">
            <a:avLst/>
          </a:prstGeom>
        </p:spPr>
      </p:pic>
      <p:pic>
        <p:nvPicPr>
          <p:cNvPr id="25" name="Image 23" descr="preencoded.png">
            <a:hlinkClick r:id="rId4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6" name="Image 24" descr="preencoded.png">
            <a:hlinkClick r:id="rId4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7" name="Image 25" descr="preencoded.png">
            <a:hlinkClick r:id="rId5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businessghana.com/site/directory/primary-schools/24134/Montessori-School-P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919162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ghanayello.com/category/schools/city:Cape_Coas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7905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790575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ghanayello.com/category/schools/city:Cape_Coas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790575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sites.google.com/view/myccmed/schools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82867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sites.google.com/view/myccmed/schools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828675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sites.google.com/view/myccmed/school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828675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sites.google.com/view/myccmed/schools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828675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sites.google.com/view/myccmed/schools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82867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sites.google.com/view/myccmed/schools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828675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sites.google.com/view/myccmed/schools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82867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sites.google.com/view/myccmed/schools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8286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safarischool.edu.gh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642938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666750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666750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666750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en.wikipedia.org/wiki/Special:Search?search=Ghana%20International%20School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557213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666750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55245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552450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en.wikipedia.org/wiki/Special:Search?search=Galaxy%20International%20School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55721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55245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nasia.gov.gh/wp-content/uploads/ACCREDITED-SCHOOLS-OFFERING-CAMBRIDGE-AND-IB-CURRICULA-IN-GHANA_PRESS-RELEASE_14OCT2021_0.pdf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5524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en.wikipedia.org/wiki/Special:Search?search=American%20International%20School%20of%20Accra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557213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www.ghanayello.com/category/schools/city:Cape_Coas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790575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790575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ww.ghanayello.com/category/schools/city:Cape_Coast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79057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790575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79057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7905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790575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en.wikipedia.org/wiki/List_of_schools_in_Ghana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838200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en.wikipedia.org/wiki/Special:Search?search=Takoradi%20International%20School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557213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1057275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1057275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429375" y="3669953"/>
            <a:ext cx="1057275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3" name="Image 21" descr="preencoded.png">
            <a:hlinkClick r:id="rId4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1057275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britishcouncil.org.gh/exam/igcse-school/british-council-partner-schools/partner-schools-lis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10572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ghanayello.com/category/schools/city:Cape_Coas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790575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ghanayello.com/category/schools/city:Cape_Coas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790575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brookhouse.ac.ke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58102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666750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666750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666750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666750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666750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www.doris.school/international-schools/ghana/accra/primary-schools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666750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en.wikipedia.org/wiki/Special:Search?search=Kampala%20International%20School%20Uganda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557213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international-schools-database.com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1171575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international-schools-database.com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1171575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en.wikipedia.org/wiki/Special:Search?search=British%20International%20School%20Lagos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557213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charterhouselagos.com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771525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en.wikipedia.org/wiki/Special:Search?search=International%20School%20of%20Kigali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557213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scholarship.mtn.com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828675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telecel.com.gh/foundation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866775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oldfields-ghana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714375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google.com/search?q=Ecobank+Ghana+Code+Club+AI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45720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ghanaweb.com/GhanaHomePage/NewsArchive/MoE-Karpowership-Ghana-champions-STEM-education-for-young-girls-1971303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747712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www.globalgiving.org/projects/females-in-tech-initiative-femiti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838200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en.wikipedia.org/wiki/Special:Search?search=Elsie%20Effah%20Kaufmann%20Foundation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557213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globalpartnership.org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719137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worldbank.org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48577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www.citinewsroom.com/2025/05/ghana-secures-80m-education-boost-through-landmark-partnership-with-scale-consortium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852488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mastercardfdn.org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614363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essa-africa.org/partners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904875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essa-africa.org/partners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904875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www.instrumentl.com/browse-grants/africa/stem-education-grants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809625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essa-africa.org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481012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news.microsoft.com/source/emea/2026/03/education-plus-and-microsoft-launch-empower-an-ai-digital-skills-platform-for-young-people-across-africa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666750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logitech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423862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asanteafrica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528638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igitalskillsafrica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681038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bstemghana.com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571500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learningthroughplay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833437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oakfnd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361950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atesfoundation.org/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671513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hewlett.org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376238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imaginablefutures.com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762000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fordfoundation.org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633412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unicef.org/ghana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566738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gov.uk/fcdo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39052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international.gc.ca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604837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koica.go.kr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36195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jica.go.jp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295275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giz.de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195263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google.org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361950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about.meta.com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538163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huawei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5" y="1322040"/>
            <a:ext cx="40005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samsung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75" y="1460153"/>
            <a:ext cx="461962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arm.com/resources/educatio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1598265"/>
            <a:ext cx="995362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netacad.com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736378"/>
            <a:ext cx="419100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fondationorange.com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9375" y="1874490"/>
            <a:ext cx="714375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vodafone.com/foundation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9375" y="2012603"/>
            <a:ext cx="862012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airtel.africa/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29375" y="2150715"/>
            <a:ext cx="366712" cy="95250"/>
          </a:xfrm>
          <a:prstGeom prst="rect">
            <a:avLst/>
          </a:prstGeom>
        </p:spPr>
      </p:pic>
      <p:pic>
        <p:nvPicPr>
          <p:cNvPr id="10" name="Image 8" descr="preencoded.png">
            <a:hlinkClick r:id="rId17" tooltip="https://newmont.com/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29375" y="2288828"/>
            <a:ext cx="476250" cy="95250"/>
          </a:xfrm>
          <a:prstGeom prst="rect">
            <a:avLst/>
          </a:prstGeom>
        </p:spPr>
      </p:pic>
      <p:pic>
        <p:nvPicPr>
          <p:cNvPr id="11" name="Image 9" descr="preencoded.png">
            <a:hlinkClick r:id="rId19" tooltip="https://anglogoldashanti.com/"/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29375" y="2426940"/>
            <a:ext cx="733425" cy="95250"/>
          </a:xfrm>
          <a:prstGeom prst="rect">
            <a:avLst/>
          </a:prstGeom>
        </p:spPr>
      </p:pic>
      <p:pic>
        <p:nvPicPr>
          <p:cNvPr id="12" name="Image 10" descr="preencoded.png">
            <a:hlinkClick r:id="rId21" tooltip="https://kosmosenergy.com/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29375" y="2565053"/>
            <a:ext cx="642938" cy="95250"/>
          </a:xfrm>
          <a:prstGeom prst="rect">
            <a:avLst/>
          </a:prstGeom>
        </p:spPr>
      </p:pic>
      <p:pic>
        <p:nvPicPr>
          <p:cNvPr id="13" name="Image 11" descr="preencoded.png">
            <a:hlinkClick r:id="rId23" tooltip="https://tullowoil.com/"/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29375" y="2703165"/>
            <a:ext cx="447675" cy="95250"/>
          </a:xfrm>
          <a:prstGeom prst="rect">
            <a:avLst/>
          </a:prstGeom>
        </p:spPr>
      </p:pic>
      <p:pic>
        <p:nvPicPr>
          <p:cNvPr id="14" name="Image 12" descr="preencoded.png">
            <a:hlinkClick r:id="rId25" tooltip="https://gnpcghana.com/"/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29375" y="2841278"/>
            <a:ext cx="528638" cy="95250"/>
          </a:xfrm>
          <a:prstGeom prst="rect">
            <a:avLst/>
          </a:prstGeom>
        </p:spPr>
      </p:pic>
      <p:pic>
        <p:nvPicPr>
          <p:cNvPr id="15" name="Image 13" descr="preencoded.png">
            <a:hlinkClick r:id="rId27" tooltip="https://absa.com.gh/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29375" y="2979390"/>
            <a:ext cx="419100" cy="95250"/>
          </a:xfrm>
          <a:prstGeom prst="rect">
            <a:avLst/>
          </a:prstGeom>
        </p:spPr>
      </p:pic>
      <p:pic>
        <p:nvPicPr>
          <p:cNvPr id="16" name="Image 14" descr="preencoded.png">
            <a:hlinkClick r:id="rId29" tooltip="https://stanbicbank.com.gh/"/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429375" y="3117503"/>
            <a:ext cx="661987" cy="95250"/>
          </a:xfrm>
          <a:prstGeom prst="rect">
            <a:avLst/>
          </a:prstGeom>
        </p:spPr>
      </p:pic>
      <p:pic>
        <p:nvPicPr>
          <p:cNvPr id="17" name="Image 15" descr="preencoded.png">
            <a:hlinkClick r:id="rId31" tooltip="https://gcbbank.com.gh/"/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29375" y="3255615"/>
            <a:ext cx="547687" cy="95250"/>
          </a:xfrm>
          <a:prstGeom prst="rect">
            <a:avLst/>
          </a:prstGeom>
        </p:spPr>
      </p:pic>
      <p:pic>
        <p:nvPicPr>
          <p:cNvPr id="18" name="Image 16" descr="preencoded.png">
            <a:hlinkClick r:id="rId33" tooltip="https://fidelitybank.com.gh/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429375" y="3393728"/>
            <a:ext cx="652463" cy="95250"/>
          </a:xfrm>
          <a:prstGeom prst="rect">
            <a:avLst/>
          </a:prstGeom>
        </p:spPr>
      </p:pic>
      <p:pic>
        <p:nvPicPr>
          <p:cNvPr id="19" name="Image 17" descr="preencoded.png">
            <a:hlinkClick r:id="rId35" tooltip="https://raspberrypi.org/"/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429375" y="3531840"/>
            <a:ext cx="514350" cy="95250"/>
          </a:xfrm>
          <a:prstGeom prst="rect">
            <a:avLst/>
          </a:prstGeom>
        </p:spPr>
      </p:pic>
      <p:pic>
        <p:nvPicPr>
          <p:cNvPr id="20" name="Image 18" descr="preencoded.png">
            <a:hlinkClick r:id="rId3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971925" y="4610100"/>
            <a:ext cx="233362" cy="95250"/>
          </a:xfrm>
          <a:prstGeom prst="rect">
            <a:avLst/>
          </a:prstGeom>
        </p:spPr>
      </p:pic>
      <p:pic>
        <p:nvPicPr>
          <p:cNvPr id="21" name="Image 19" descr="preencoded.png">
            <a:hlinkClick r:id="rId39" tooltip="https://github.com/samquansah-algo/nbc-vct/blob/main/weekly-tactics/04-sales/README.md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748213" y="4824412"/>
            <a:ext cx="319088" cy="109537"/>
          </a:xfrm>
          <a:prstGeom prst="rect">
            <a:avLst/>
          </a:prstGeom>
        </p:spPr>
      </p:pic>
      <p:pic>
        <p:nvPicPr>
          <p:cNvPr id="22" name="Image 20" descr="preencoded.png">
            <a:hlinkClick r:id="rId4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12921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037" y="2760166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188" y="3810000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7269" y="4824412"/>
            <a:ext cx="1809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01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563" y="3952875"/>
            <a:ext cx="3524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7269" y="4824412"/>
            <a:ext cx="18097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015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weekly-tactics/04-sales/OUTREACH_KI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106" y="4824412"/>
            <a:ext cx="49530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7319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MILESTO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3919" y="4824412"/>
            <a:ext cx="44767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3506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8712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v6-capability-layer/THESI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3" y="4824412"/>
            <a:ext cx="357188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263" y="4824412"/>
            <a:ext cx="642938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sales tactic slid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mailto:samquansah@gse.harvard.edu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81475"/>
            <a:ext cx="1676400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mailto:samquans@mit.edu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52925"/>
            <a:ext cx="1076325" cy="157163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tree/main/weekly-tactics/04-sales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8075" y="3805237"/>
            <a:ext cx="671513" cy="157163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weekly-tactics/04-sales/lead_list_template.csv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8075" y="3999533"/>
            <a:ext cx="971550" cy="157163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48075" y="4193828"/>
            <a:ext cx="1185863" cy="1571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NBC: Sales Tactical Playbook</dc:title>
  <dc:subject>PptxGenJS Presentation</dc:subject>
  <dc:creator>Team NBC (Algo Peers)</dc:creator>
  <cp:lastModifiedBy>Team NBC (Algo Peers)</cp:lastModifiedBy>
  <cp:revision>1</cp:revision>
  <dcterms:created xsi:type="dcterms:W3CDTF">2026-10-12T03:49:20Z</dcterms:created>
  <dcterms:modified xsi:type="dcterms:W3CDTF">2026-10-12T03:49:20Z</dcterms:modified>
</cp:coreProperties>
</file>