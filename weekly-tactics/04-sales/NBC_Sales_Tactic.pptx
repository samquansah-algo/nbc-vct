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brand/NBC_Brand_Guide.pdf" TargetMode="External"/><Relationship Id="rId5" Type="http://schemas.openxmlformats.org/officeDocument/2006/relationships/hyperlink" Target="https://github.com/samquansah-algo/nbc-vct/tree/main/weekly-tactics/04-sales/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4" Type="http://schemas.openxmlformats.org/officeDocument/2006/relationships/image" Target="../media/image-1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thesis/v6-capability-layer/THESIS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4" Type="http://schemas.openxmlformats.org/officeDocument/2006/relationships/image" Target="../media/image-2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weekly-tactics/01-market-research/README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4" Type="http://schemas.openxmlformats.org/officeDocument/2006/relationships/image" Target="../media/image-3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tactics-milestones/MILESTONES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4" Type="http://schemas.openxmlformats.org/officeDocument/2006/relationships/image" Target="../media/image-5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thesis/v6-capability-layer/THESIS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image" Target="../media/image-6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marketing/crm/README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4" Type="http://schemas.openxmlformats.org/officeDocument/2006/relationships/image" Target="../media/image-7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marketing/watering_holes_v5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4" Type="http://schemas.openxmlformats.org/officeDocument/2006/relationships/image" Target="../media/image-9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weekly-tactics/03-persona-ads/README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4" Type="http://schemas.openxmlformats.org/officeDocument/2006/relationships/image" Target="../media/image-10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weekly-tactics/03-persona-ads/README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4" Type="http://schemas.openxmlformats.org/officeDocument/2006/relationships/image" Target="../media/image-11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weekly-tactics/03-persona-ads/README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4" Type="http://schemas.openxmlformats.org/officeDocument/2006/relationships/image" Target="../media/image-12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tree/main/weekly-tactics/04-sales/" TargetMode="External"/><Relationship Id="rId5" Type="http://schemas.openxmlformats.org/officeDocument/2006/relationships/hyperlink" Target="https://github.com/samquansah-algo/nbc-vct/blob/main/weekly-tactics/04-sales/README.md" TargetMode="External"/><Relationship Id="rId7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4" Type="http://schemas.openxmlformats.org/officeDocument/2006/relationships/image" Target="../media/image-14-3.png"/><Relationship Id="rId6" Type="http://schemas.openxmlformats.org/officeDocument/2006/relationships/image" Target="../media/image-14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tree/main/weekly-tactics/04-sales/" TargetMode="External"/><Relationship Id="rId5" Type="http://schemas.openxmlformats.org/officeDocument/2006/relationships/hyperlink" Target="https://github.com/samquansah-algo/nbc-vct/blob/main/weekly-tactics/04-sales/README.md" TargetMode="External"/><Relationship Id="rId7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4" Type="http://schemas.openxmlformats.org/officeDocument/2006/relationships/image" Target="../media/image-15-3.png"/><Relationship Id="rId6" Type="http://schemas.openxmlformats.org/officeDocument/2006/relationships/image" Target="../media/image-15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tree/main/weekly-tactics/04-sales/" TargetMode="External"/><Relationship Id="rId5" Type="http://schemas.openxmlformats.org/officeDocument/2006/relationships/hyperlink" Target="https://github.com/samquansah-algo/nbc-vct/blob/main/weekly-tactics/04-sales/README.md" TargetMode="External"/><Relationship Id="rId7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4" Type="http://schemas.openxmlformats.org/officeDocument/2006/relationships/image" Target="../media/image-16-3.png"/><Relationship Id="rId6" Type="http://schemas.openxmlformats.org/officeDocument/2006/relationships/image" Target="../media/image-16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tree/main/weekly-tactics/04-sales/" TargetMode="External"/><Relationship Id="rId5" Type="http://schemas.openxmlformats.org/officeDocument/2006/relationships/hyperlink" Target="https://github.com/samquansah-algo/nbc-vct/blob/main/weekly-tactics/04-sales/README.md" TargetMode="External"/><Relationship Id="rId7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4" Type="http://schemas.openxmlformats.org/officeDocument/2006/relationships/image" Target="../media/image-17-3.png"/><Relationship Id="rId6" Type="http://schemas.openxmlformats.org/officeDocument/2006/relationships/image" Target="../media/image-17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tree/main/weekly-tactics/04-sales/" TargetMode="External"/><Relationship Id="rId5" Type="http://schemas.openxmlformats.org/officeDocument/2006/relationships/hyperlink" Target="https://github.com/samquansah-algo/nbc-vct/blob/main/weekly-tactics/04-sales/README.md" TargetMode="External"/><Relationship Id="rId7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4" Type="http://schemas.openxmlformats.org/officeDocument/2006/relationships/image" Target="../media/image-18-3.png"/><Relationship Id="rId6" Type="http://schemas.openxmlformats.org/officeDocument/2006/relationships/image" Target="../media/image-18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tree/main/weekly-tactics/04-sales/" TargetMode="External"/><Relationship Id="rId5" Type="http://schemas.openxmlformats.org/officeDocument/2006/relationships/hyperlink" Target="https://github.com/samquansah-algo/nbc-vct/blob/main/weekly-tactics/04-sales/README.md" TargetMode="External"/><Relationship Id="rId7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4" Type="http://schemas.openxmlformats.org/officeDocument/2006/relationships/image" Target="../media/image-19-3.png"/><Relationship Id="rId6" Type="http://schemas.openxmlformats.org/officeDocument/2006/relationships/image" Target="../media/image-19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weekly-tactics/04-sales/OUTREACH_KIT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4" Type="http://schemas.openxmlformats.org/officeDocument/2006/relationships/image" Target="../media/image-21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weekly-tactics/04-sales/OUTREACH_KIT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4" Type="http://schemas.openxmlformats.org/officeDocument/2006/relationships/image" Target="../media/image-22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weekly-tactics/04-sales/OUTREACH_KIT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4" Type="http://schemas.openxmlformats.org/officeDocument/2006/relationships/image" Target="../media/image-23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weekly-tactics/04-sales/OUTREACH_KIT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4" Type="http://schemas.openxmlformats.org/officeDocument/2006/relationships/image" Target="../media/image-24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tree/main/weekly-tactics/04-sales/" TargetMode="External"/><Relationship Id="rId5" Type="http://schemas.openxmlformats.org/officeDocument/2006/relationships/hyperlink" Target="https://github.com/samquansah-algo/nbc-vct/blob/main/weekly-tactics/04-sales/OUTREACH_KIT.md" TargetMode="External"/><Relationship Id="rId7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4" Type="http://schemas.openxmlformats.org/officeDocument/2006/relationships/image" Target="../media/image-26-3.png"/><Relationship Id="rId6" Type="http://schemas.openxmlformats.org/officeDocument/2006/relationships/image" Target="../media/image-26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tree/main/weekly-tactics/04-sales/" TargetMode="External"/><Relationship Id="rId5" Type="http://schemas.openxmlformats.org/officeDocument/2006/relationships/hyperlink" Target="https://github.com/samquansah-algo/nbc-vct/blob/main/marketing/crm/README.md" TargetMode="External"/><Relationship Id="rId7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4" Type="http://schemas.openxmlformats.org/officeDocument/2006/relationships/image" Target="../media/image-27-3.png"/><Relationship Id="rId6" Type="http://schemas.openxmlformats.org/officeDocument/2006/relationships/image" Target="../media/image-27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tree/main/weekly-tactics/04-sales/" TargetMode="External"/><Relationship Id="rId5" Type="http://schemas.openxmlformats.org/officeDocument/2006/relationships/hyperlink" Target="https://github.com/samquansah-algo/nbc-vct/blob/main/marketing/crm/README.md" TargetMode="External"/><Relationship Id="rId7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4" Type="http://schemas.openxmlformats.org/officeDocument/2006/relationships/image" Target="../media/image-28-3.png"/><Relationship Id="rId6" Type="http://schemas.openxmlformats.org/officeDocument/2006/relationships/image" Target="../media/image-28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weekly-tactics/04-sales/OUTREACH_KIT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4" Type="http://schemas.openxmlformats.org/officeDocument/2006/relationships/image" Target="../media/image-30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tactics-milestones/MILESTONES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4" Type="http://schemas.openxmlformats.org/officeDocument/2006/relationships/image" Target="../media/image-31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thesis/v6-capability-layer/THESIS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4" Type="http://schemas.openxmlformats.org/officeDocument/2006/relationships/image" Target="../media/image-33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thesis/v6-capability-layer/THESIS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4" Type="http://schemas.openxmlformats.org/officeDocument/2006/relationships/image" Target="../media/image-34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thesis/v6-capability-layer/THESIS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4" Type="http://schemas.openxmlformats.org/officeDocument/2006/relationships/image" Target="../media/image-35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mailto:samquansah@gse.harvard.edu" TargetMode="External"/><Relationship Id="rId5" Type="http://schemas.openxmlformats.org/officeDocument/2006/relationships/hyperlink" Target="mailto:samquans@mit.edu" TargetMode="External"/><Relationship Id="rId7" Type="http://schemas.openxmlformats.org/officeDocument/2006/relationships/hyperlink" Target="https://github.com/samquansah-algo/nbc-vct/tree/main/weekly-tactics/04-sales/" TargetMode="External"/><Relationship Id="rId9" Type="http://schemas.openxmlformats.org/officeDocument/2006/relationships/hyperlink" Target="https://github.com/samquansah-algo/nbc-vct/blob/main/weekly-tactics/04-sales/lead_list_template.csv" TargetMode="External"/><Relationship Id="rId11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4" Type="http://schemas.openxmlformats.org/officeDocument/2006/relationships/image" Target="../media/image-36-3.png"/><Relationship Id="rId6" Type="http://schemas.openxmlformats.org/officeDocument/2006/relationships/image" Target="../media/image-36-4.png"/><Relationship Id="rId8" Type="http://schemas.openxmlformats.org/officeDocument/2006/relationships/image" Target="../media/image-36-5.png"/><Relationship Id="rId10" Type="http://schemas.openxmlformats.org/officeDocument/2006/relationships/image" Target="../media/image-36-6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sales tactic slid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429125"/>
            <a:ext cx="1104900" cy="142875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tree/main/weekly-tactics/04-sales/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4975" y="4429125"/>
            <a:ext cx="2262187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sales tactic slide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thesis/v6-capability-layer/THESIS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975" y="4824412"/>
            <a:ext cx="357188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2075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sales tactic slide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weekly-tactics/01-market-research/README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431" y="4824412"/>
            <a:ext cx="676275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1619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sales tactic slide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2525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sales tactic slide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tactics-milestones/MILESTONES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731" y="4824412"/>
            <a:ext cx="447675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7319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sales tactic slide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thesis/v6-capability-layer/THESIS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975" y="4824412"/>
            <a:ext cx="357188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2075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sales tactic slide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marketing/crm/README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1081" y="4824412"/>
            <a:ext cx="180975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3969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sales tactic slide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2525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sales tactic slide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marketing/watering_holes_v5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150" y="4824412"/>
            <a:ext cx="604837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5900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sales tactic slide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weekly-tactics/03-persona-ads/README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638" y="4824412"/>
            <a:ext cx="376238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788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sales tactic slide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weekly-tactics/03-persona-ads/README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638" y="4824412"/>
            <a:ext cx="376238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788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sales tactic slide 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weekly-tactics/03-persona-ads/README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638" y="4824412"/>
            <a:ext cx="376238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788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sales tactic slide 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8712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sales tactic slide 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tree/main/weekly-tactics/04-sales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713" y="4610100"/>
            <a:ext cx="233362" cy="95250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weekly-tactics/04-sales/README.m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8213" y="4824412"/>
            <a:ext cx="319088" cy="109537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9213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sales tactic slide 1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tree/main/weekly-tactics/04-sales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713" y="4610100"/>
            <a:ext cx="233362" cy="95250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weekly-tactics/04-sales/README.m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8213" y="4824412"/>
            <a:ext cx="319088" cy="109537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9213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sales tactic slide 1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tree/main/weekly-tactics/04-sales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713" y="4610100"/>
            <a:ext cx="233362" cy="95250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weekly-tactics/04-sales/README.m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8213" y="4824412"/>
            <a:ext cx="319088" cy="109537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9213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sales tactic slide 1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tree/main/weekly-tactics/04-sales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713" y="4610100"/>
            <a:ext cx="233362" cy="95250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weekly-tactics/04-sales/README.m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8213" y="4824412"/>
            <a:ext cx="319088" cy="109537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9213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sales tactic slide 1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tree/main/weekly-tactics/04-sales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713" y="4610100"/>
            <a:ext cx="233362" cy="95250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weekly-tactics/04-sales/README.m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8213" y="4824412"/>
            <a:ext cx="319088" cy="109537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9213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sales tactic slide 1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tree/main/weekly-tactics/04-sales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713" y="4610100"/>
            <a:ext cx="233362" cy="95250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weekly-tactics/04-sales/README.m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8213" y="4824412"/>
            <a:ext cx="319088" cy="109537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9213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sales tactic slide 2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8712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sales tactic slide 2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weekly-tactics/04-sales/OUTREACH_KIT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106" y="4824412"/>
            <a:ext cx="495300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7319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sales tactic slide 2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weekly-tactics/04-sales/OUTREACH_KIT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106" y="4824412"/>
            <a:ext cx="495300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7319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sales tactic slide 2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weekly-tactics/04-sales/OUTREACH_KIT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106" y="4824412"/>
            <a:ext cx="495300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7319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sales tactic slide 2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weekly-tactics/04-sales/OUTREACH_KIT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106" y="4824412"/>
            <a:ext cx="495300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7319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sales tactic slide 2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8712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sales tactic slide 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tree/main/weekly-tactics/04-sales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9037" y="2760166"/>
            <a:ext cx="352425" cy="142875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weekly-tactics/04-sales/OUTREACH_KIT.m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0106" y="4824412"/>
            <a:ext cx="495300" cy="109537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7319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sales tactic slide 2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tree/main/weekly-tactics/04-sales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188" y="3810000"/>
            <a:ext cx="352425" cy="142875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marketing/crm/README.m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7269" y="4824412"/>
            <a:ext cx="180975" cy="109537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0156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sales tactic slide 2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tree/main/weekly-tactics/04-sales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563" y="3952875"/>
            <a:ext cx="352425" cy="142875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marketing/crm/README.m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7269" y="4824412"/>
            <a:ext cx="180975" cy="109537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0156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sales tactic slide 2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8712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sales tactic slide 3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weekly-tactics/04-sales/OUTREACH_KIT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106" y="4824412"/>
            <a:ext cx="495300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7319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sales tactic slide 3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tactics-milestones/MILESTONES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919" y="4824412"/>
            <a:ext cx="447675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506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sales tactic slide 3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8712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sales tactic slide 3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thesis/v6-capability-layer/THESIS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9163" y="4824412"/>
            <a:ext cx="357188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263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sales tactic slide 3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thesis/v6-capability-layer/THESIS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9163" y="4824412"/>
            <a:ext cx="357188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263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sales tactic slide 3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thesis/v6-capability-layer/THESIS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9163" y="4824412"/>
            <a:ext cx="357188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263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sales tactic slide 3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mailto:samquansah@gse.harvard.edu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81475"/>
            <a:ext cx="1676400" cy="157163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mailto:samquans@mit.edu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52925"/>
            <a:ext cx="1076325" cy="157163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tree/main/weekly-tactics/04-sales/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8075" y="3805237"/>
            <a:ext cx="671513" cy="157163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github.com/samquansah-algo/nbc-vct/blob/main/weekly-tactics/04-sales/lead_list_template.csv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8075" y="3999533"/>
            <a:ext cx="971550" cy="157163"/>
          </a:xfrm>
          <a:prstGeom prst="rect">
            <a:avLst/>
          </a:prstGeom>
        </p:spPr>
      </p:pic>
      <p:pic>
        <p:nvPicPr>
          <p:cNvPr id="7" name="Image 5" descr="preencoded.png">
            <a:hlinkClick r:id="rId11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48075" y="4193828"/>
            <a:ext cx="1185863" cy="1571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NBC: Sales Tactical Playbook</dc:title>
  <dc:subject>PptxGenJS Presentation</dc:subject>
  <dc:creator>Team NBC (Algo Peers)</dc:creator>
  <cp:lastModifiedBy>Team NBC (Algo Peers)</cp:lastModifiedBy>
  <cp:revision>1</cp:revision>
  <dcterms:created xsi:type="dcterms:W3CDTF">2026-10-12T03:24:27Z</dcterms:created>
  <dcterms:modified xsi:type="dcterms:W3CDTF">2026-10-12T03:24:27Z</dcterms:modified>
</cp:coreProperties>
</file>