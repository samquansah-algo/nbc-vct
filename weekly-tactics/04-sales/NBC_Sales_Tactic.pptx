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4-sale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thesmartribe.com/" TargetMode="External"/><Relationship Id="rId9" Type="http://schemas.openxmlformats.org/officeDocument/2006/relationships/hyperlink" Target="https://coastedcode.com/" TargetMode="External"/><Relationship Id="rId11" Type="http://schemas.openxmlformats.org/officeDocument/2006/relationships/hyperlink" Target="https://infinitystem.com/" TargetMode="External"/><Relationship Id="rId13" Type="http://schemas.openxmlformats.org/officeDocument/2006/relationships/hyperlink" Target="https://borgenproject.org/stem-education-in-ghana/" TargetMode="External"/><Relationship Id="rId15" Type="http://schemas.openxmlformats.org/officeDocument/2006/relationships/hyperlink" Target="https://www.facebook.com/mycodersacademy/" TargetMode="External"/><Relationship Id="rId17" Type="http://schemas.openxmlformats.org/officeDocument/2006/relationships/hyperlink" Target="https://www.africatechschools.com/country/ghana/" TargetMode="External"/><Relationship Id="rId19" Type="http://schemas.openxmlformats.org/officeDocument/2006/relationships/hyperlink" Target="https://www.africatechschools.com/country/ghana/" TargetMode="External"/><Relationship Id="rId21" Type="http://schemas.openxmlformats.org/officeDocument/2006/relationships/hyperlink" Target="https://www.google.com/search?q=WiSTEM+Ghana+girls+camp+KNUST" TargetMode="External"/><Relationship Id="rId23" Type="http://schemas.openxmlformats.org/officeDocument/2006/relationships/hyperlink" Target="https://www.modernghana.com/news/1357101/tamale-pamepi-women-in-tech-ghana-inspires-young.html" TargetMode="External"/><Relationship Id="rId25" Type="http://schemas.openxmlformats.org/officeDocument/2006/relationships/hyperlink" Target="https://www.africatechschools.com/country/ghana/" TargetMode="External"/><Relationship Id="rId27" Type="http://schemas.openxmlformats.org/officeDocument/2006/relationships/hyperlink" Target="https://stemforallgh.org/" TargetMode="External"/><Relationship Id="rId29" Type="http://schemas.openxmlformats.org/officeDocument/2006/relationships/hyperlink" Target="https://en.wikipedia.org/wiki/Special:Search?search=Elsie%20Effah%20Kaufmann%20Foundation%20%28STEM%20Code%29" TargetMode="External"/><Relationship Id="rId31" Type="http://schemas.openxmlformats.org/officeDocument/2006/relationships/hyperlink" Target="https://9jacodekids.com/" TargetMode="External"/><Relationship Id="rId33" Type="http://schemas.openxmlformats.org/officeDocument/2006/relationships/hyperlink" Target="https://imaginestemacademy.com/" TargetMode="External"/><Relationship Id="rId35" Type="http://schemas.openxmlformats.org/officeDocument/2006/relationships/hyperlink" Target="https://coderealityacademy.com.ng/" TargetMode="External"/><Relationship Id="rId37" Type="http://schemas.openxmlformats.org/officeDocument/2006/relationships/hyperlink" Target="https://stemcenterng.com/" TargetMode="External"/><Relationship Id="rId39" Type="http://schemas.openxmlformats.org/officeDocument/2006/relationships/hyperlink" Target="https://kidsandtech.com.ng/" TargetMode="External"/><Relationship Id="rId41" Type="http://schemas.openxmlformats.org/officeDocument/2006/relationships/hyperlink" Target="https://computertrainingschoolnigeria.com.ng/" TargetMode="External"/><Relationship Id="rId43" Type="http://schemas.openxmlformats.org/officeDocument/2006/relationships/hyperlink" Target="https://digitoto.co.ke/" TargetMode="External"/><Relationship Id="rId45" Type="http://schemas.openxmlformats.org/officeDocument/2006/relationships/hyperlink" Target="https://stemimpactcenterkenya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image" Target="../media/image-14-10.png"/><Relationship Id="rId20" Type="http://schemas.openxmlformats.org/officeDocument/2006/relationships/image" Target="../media/image-14-11.png"/><Relationship Id="rId22" Type="http://schemas.openxmlformats.org/officeDocument/2006/relationships/image" Target="../media/image-14-12.png"/><Relationship Id="rId24" Type="http://schemas.openxmlformats.org/officeDocument/2006/relationships/image" Target="../media/image-14-13.png"/><Relationship Id="rId26" Type="http://schemas.openxmlformats.org/officeDocument/2006/relationships/image" Target="../media/image-14-14.png"/><Relationship Id="rId28" Type="http://schemas.openxmlformats.org/officeDocument/2006/relationships/image" Target="../media/image-14-15.png"/><Relationship Id="rId30" Type="http://schemas.openxmlformats.org/officeDocument/2006/relationships/image" Target="../media/image-14-16.png"/><Relationship Id="rId32" Type="http://schemas.openxmlformats.org/officeDocument/2006/relationships/image" Target="../media/image-14-17.png"/><Relationship Id="rId34" Type="http://schemas.openxmlformats.org/officeDocument/2006/relationships/image" Target="../media/image-14-18.png"/><Relationship Id="rId36" Type="http://schemas.openxmlformats.org/officeDocument/2006/relationships/image" Target="../media/image-14-19.png"/><Relationship Id="rId38" Type="http://schemas.openxmlformats.org/officeDocument/2006/relationships/image" Target="../media/image-14-20.png"/><Relationship Id="rId40" Type="http://schemas.openxmlformats.org/officeDocument/2006/relationships/image" Target="../media/image-14-21.png"/><Relationship Id="rId42" Type="http://schemas.openxmlformats.org/officeDocument/2006/relationships/image" Target="../media/image-14-22.png"/><Relationship Id="rId44" Type="http://schemas.openxmlformats.org/officeDocument/2006/relationships/image" Target="../media/image-14-23.png"/><Relationship Id="rId46" Type="http://schemas.openxmlformats.org/officeDocument/2006/relationships/image" Target="../media/image-14-24.png"/><Relationship Id="rId48" Type="http://schemas.openxmlformats.org/officeDocument/2006/relationships/image" Target="../media/image-14-25.png"/><Relationship Id="rId50" Type="http://schemas.openxmlformats.org/officeDocument/2006/relationships/image" Target="../media/image-14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temcenter-africa.com/" TargetMode="External"/><Relationship Id="rId5" Type="http://schemas.openxmlformats.org/officeDocument/2006/relationships/hyperlink" Target="https://digikids.co.ke/" TargetMode="External"/><Relationship Id="rId7" Type="http://schemas.openxmlformats.org/officeDocument/2006/relationships/hyperlink" Target="https://evercaretraining.institute/" TargetMode="External"/><Relationship Id="rId9" Type="http://schemas.openxmlformats.org/officeDocument/2006/relationships/hyperlink" Target="https://creativity.rw/" TargetMode="External"/><Relationship Id="rId11" Type="http://schemas.openxmlformats.org/officeDocument/2006/relationships/hyperlink" Target="https://fundibots.org/" TargetMode="External"/><Relationship Id="rId13" Type="http://schemas.openxmlformats.org/officeDocument/2006/relationships/hyperlink" Target="https://robokids.africa/" TargetMode="External"/><Relationship Id="rId15" Type="http://schemas.openxmlformats.org/officeDocument/2006/relationships/hyperlink" Target="https://startupsmagazine.co.uk/article-joining-hands-deliver-education-south-africa" TargetMode="External"/><Relationship Id="rId17" Type="http://schemas.openxmlformats.org/officeDocument/2006/relationships/hyperlink" Target="https://inovtechsc.com/" TargetMode="External"/><Relationship Id="rId19" Type="http://schemas.openxmlformats.org/officeDocument/2006/relationships/hyperlink" Target="https://theafricanstemhub.com/" TargetMode="External"/><Relationship Id="rId21" Type="http://schemas.openxmlformats.org/officeDocument/2006/relationships/hyperlink" Target="https://www.globalgiving.org/projects/catch-them-young-project-stem-education/" TargetMode="External"/><Relationship Id="rId23" Type="http://schemas.openxmlformats.org/officeDocument/2006/relationships/hyperlink" Target="https://www.logitech.com/blog/2024/05/10/logitech-and-techlit-africa-partner-to-support-childrens-education/" TargetMode="External"/><Relationship Id="rId25" Type="http://schemas.openxmlformats.org/officeDocument/2006/relationships/hyperlink" Target="https://stemkidsnyc.org/" TargetMode="External"/><Relationship Id="rId27" Type="http://schemas.openxmlformats.org/officeDocument/2006/relationships/hyperlink" Target="https://maker-state.com/" TargetMode="External"/><Relationship Id="rId29" Type="http://schemas.openxmlformats.org/officeDocument/2006/relationships/hyperlink" Target="https://booleangirl.org/" TargetMode="External"/><Relationship Id="rId31" Type="http://schemas.openxmlformats.org/officeDocument/2006/relationships/hyperlink" Target="https://tokyostemschool.com/" TargetMode="External"/><Relationship Id="rId33" Type="http://schemas.openxmlformats.org/officeDocument/2006/relationships/hyperlink" Target="https://codeclub.org/" TargetMode="External"/><Relationship Id="rId35" Type="http://schemas.openxmlformats.org/officeDocument/2006/relationships/hyperlink" Target="https://coderdojo.com/" TargetMode="External"/><Relationship Id="rId37" Type="http://schemas.openxmlformats.org/officeDocument/2006/relationships/hyperlink" Target="https://girlswhocode.com/" TargetMode="External"/><Relationship Id="rId39" Type="http://schemas.openxmlformats.org/officeDocument/2006/relationships/hyperlink" Target="https://blackgirlscode.com/" TargetMode="External"/><Relationship Id="rId41" Type="http://schemas.openxmlformats.org/officeDocument/2006/relationships/hyperlink" Target="https://codeninjas.com/" TargetMode="External"/><Relationship Id="rId43" Type="http://schemas.openxmlformats.org/officeDocument/2006/relationships/hyperlink" Target="https://engineeringforkids.com/" TargetMode="External"/><Relationship Id="rId45" Type="http://schemas.openxmlformats.org/officeDocument/2006/relationships/hyperlink" Target="https://snapology.com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image" Target="../media/image-15-10.png"/><Relationship Id="rId20" Type="http://schemas.openxmlformats.org/officeDocument/2006/relationships/image" Target="../media/image-15-11.png"/><Relationship Id="rId22" Type="http://schemas.openxmlformats.org/officeDocument/2006/relationships/image" Target="../media/image-15-12.png"/><Relationship Id="rId24" Type="http://schemas.openxmlformats.org/officeDocument/2006/relationships/image" Target="../media/image-15-13.png"/><Relationship Id="rId26" Type="http://schemas.openxmlformats.org/officeDocument/2006/relationships/image" Target="../media/image-15-14.png"/><Relationship Id="rId28" Type="http://schemas.openxmlformats.org/officeDocument/2006/relationships/image" Target="../media/image-15-15.png"/><Relationship Id="rId30" Type="http://schemas.openxmlformats.org/officeDocument/2006/relationships/image" Target="../media/image-15-16.png"/><Relationship Id="rId32" Type="http://schemas.openxmlformats.org/officeDocument/2006/relationships/image" Target="../media/image-15-17.png"/><Relationship Id="rId34" Type="http://schemas.openxmlformats.org/officeDocument/2006/relationships/image" Target="../media/image-15-18.png"/><Relationship Id="rId36" Type="http://schemas.openxmlformats.org/officeDocument/2006/relationships/image" Target="../media/image-15-19.png"/><Relationship Id="rId38" Type="http://schemas.openxmlformats.org/officeDocument/2006/relationships/image" Target="../media/image-15-20.png"/><Relationship Id="rId40" Type="http://schemas.openxmlformats.org/officeDocument/2006/relationships/image" Target="../media/image-15-21.png"/><Relationship Id="rId42" Type="http://schemas.openxmlformats.org/officeDocument/2006/relationships/image" Target="../media/image-15-22.png"/><Relationship Id="rId44" Type="http://schemas.openxmlformats.org/officeDocument/2006/relationships/image" Target="../media/image-15-23.png"/><Relationship Id="rId46" Type="http://schemas.openxmlformats.org/officeDocument/2006/relationships/image" Target="../media/image-15-24.png"/><Relationship Id="rId48" Type="http://schemas.openxmlformats.org/officeDocument/2006/relationships/image" Target="../media/image-15-25.png"/><Relationship Id="rId50" Type="http://schemas.openxmlformats.org/officeDocument/2006/relationships/image" Target="../media/image-15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bricks4kidz.com/" TargetMode="External"/><Relationship Id="rId5" Type="http://schemas.openxmlformats.org/officeDocument/2006/relationships/hyperlink" Target="https://bgca.org/" TargetMode="External"/><Relationship Id="rId7" Type="http://schemas.openxmlformats.org/officeDocument/2006/relationships/hyperlink" Target="https://stemettes.org/" TargetMode="External"/><Relationship Id="rId9" Type="http://schemas.openxmlformats.org/officeDocument/2006/relationships/hyperlink" Target="https://firetechcamp.com/" TargetMode="External"/><Relationship Id="rId11" Type="http://schemas.openxmlformats.org/officeDocument/2006/relationships/hyperlink" Target="https://africacodeweek.org/" TargetMode="External"/><Relationship Id="rId13" Type="http://schemas.openxmlformats.org/officeDocument/2006/relationships/hyperlink" Target="https://technovation.org/" TargetMode="External"/><Relationship Id="rId15" Type="http://schemas.openxmlformats.org/officeDocument/2006/relationships/hyperlink" Target="https://firstlegoleague.org/" TargetMode="External"/><Relationship Id="rId17" Type="http://schemas.openxmlformats.org/officeDocument/2006/relationships/hyperlink" Target="https://wro-association.org/" TargetMode="External"/><Relationship Id="rId19" Type="http://schemas.openxmlformats.org/officeDocument/2006/relationships/hyperlink" Target="https://idtech.com/" TargetMode="External"/><Relationship Id="rId21" Type="http://schemas.openxmlformats.org/officeDocument/2006/relationships/hyperlink" Target="https://madscience.org/" TargetMode="External"/><Relationship Id="rId23" Type="http://schemas.openxmlformats.org/officeDocument/2006/relationships/hyperlink" Target="https://businessday.ng/" TargetMode="External"/><Relationship Id="rId25" Type="http://schemas.openxmlformats.org/officeDocument/2006/relationships/hyperlink" Target="https://sessionize.com/amanda-obidike" TargetMode="External"/><Relationship Id="rId27" Type="http://schemas.openxmlformats.org/officeDocument/2006/relationships/hyperlink" Target="https://resolutionproject.org/" TargetMode="External"/><Relationship Id="rId29" Type="http://schemas.openxmlformats.org/officeDocument/2006/relationships/hyperlink" Target="https://voaafrica.com/" TargetMode="External"/><Relationship Id="rId31" Type="http://schemas.openxmlformats.org/officeDocument/2006/relationships/hyperlink" Target="https://linkedin.com/in/vidabugri" TargetMode="External"/><Relationship Id="rId33" Type="http://schemas.openxmlformats.org/officeDocument/2006/relationships/hyperlink" Target="https://guardian.ng/" TargetMode="External"/><Relationship Id="rId35" Type="http://schemas.openxmlformats.org/officeDocument/2006/relationships/hyperlink" Target="https://awpnetwork.com/" TargetMode="External"/><Relationship Id="rId37" Type="http://schemas.openxmlformats.org/officeDocument/2006/relationships/hyperlink" Target="https://idealist.org/" TargetMode="External"/><Relationship Id="rId39" Type="http://schemas.openxmlformats.org/officeDocument/2006/relationships/hyperlink" Target="https://futureoflearning.ihub.co.ke/" TargetMode="External"/><Relationship Id="rId41" Type="http://schemas.openxmlformats.org/officeDocument/2006/relationships/hyperlink" Target="https://ghanaiantimes.com.gh/" TargetMode="External"/><Relationship Id="rId43" Type="http://schemas.openxmlformats.org/officeDocument/2006/relationships/hyperlink" Target="https://guardian.ng/" TargetMode="External"/><Relationship Id="rId45" Type="http://schemas.openxmlformats.org/officeDocument/2006/relationships/hyperlink" Target="https://africanscienceacademy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image" Target="../media/image-16-7.png"/><Relationship Id="rId14" Type="http://schemas.openxmlformats.org/officeDocument/2006/relationships/image" Target="../media/image-16-8.png"/><Relationship Id="rId16" Type="http://schemas.openxmlformats.org/officeDocument/2006/relationships/image" Target="../media/image-16-9.png"/><Relationship Id="rId18" Type="http://schemas.openxmlformats.org/officeDocument/2006/relationships/image" Target="../media/image-16-10.png"/><Relationship Id="rId20" Type="http://schemas.openxmlformats.org/officeDocument/2006/relationships/image" Target="../media/image-16-11.png"/><Relationship Id="rId22" Type="http://schemas.openxmlformats.org/officeDocument/2006/relationships/image" Target="../media/image-16-12.png"/><Relationship Id="rId24" Type="http://schemas.openxmlformats.org/officeDocument/2006/relationships/image" Target="../media/image-16-13.png"/><Relationship Id="rId26" Type="http://schemas.openxmlformats.org/officeDocument/2006/relationships/image" Target="../media/image-16-14.png"/><Relationship Id="rId28" Type="http://schemas.openxmlformats.org/officeDocument/2006/relationships/image" Target="../media/image-16-15.png"/><Relationship Id="rId30" Type="http://schemas.openxmlformats.org/officeDocument/2006/relationships/image" Target="../media/image-16-16.png"/><Relationship Id="rId32" Type="http://schemas.openxmlformats.org/officeDocument/2006/relationships/image" Target="../media/image-16-17.png"/><Relationship Id="rId34" Type="http://schemas.openxmlformats.org/officeDocument/2006/relationships/image" Target="../media/image-16-18.png"/><Relationship Id="rId36" Type="http://schemas.openxmlformats.org/officeDocument/2006/relationships/image" Target="../media/image-16-19.png"/><Relationship Id="rId38" Type="http://schemas.openxmlformats.org/officeDocument/2006/relationships/image" Target="../media/image-16-20.png"/><Relationship Id="rId40" Type="http://schemas.openxmlformats.org/officeDocument/2006/relationships/image" Target="../media/image-16-21.png"/><Relationship Id="rId42" Type="http://schemas.openxmlformats.org/officeDocument/2006/relationships/image" Target="../media/image-16-22.png"/><Relationship Id="rId44" Type="http://schemas.openxmlformats.org/officeDocument/2006/relationships/image" Target="../media/image-16-23.png"/><Relationship Id="rId46" Type="http://schemas.openxmlformats.org/officeDocument/2006/relationships/image" Target="../media/image-16-24.png"/><Relationship Id="rId48" Type="http://schemas.openxmlformats.org/officeDocument/2006/relationships/image" Target="../media/image-16-25.png"/><Relationship Id="rId50" Type="http://schemas.openxmlformats.org/officeDocument/2006/relationships/image" Target="../media/image-16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usinessghana.com/site/directory/primary-schools/24134/Montessori-School-Pedu" TargetMode="External"/><Relationship Id="rId5" Type="http://schemas.openxmlformats.org/officeDocument/2006/relationships/hyperlink" Target="https://www.ghanayello.com/category/schools/city:Cape_Coa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sites.google.com/view/myccmed/schools" TargetMode="External"/><Relationship Id="rId13" Type="http://schemas.openxmlformats.org/officeDocument/2006/relationships/hyperlink" Target="https://sites.google.com/view/myccmed/schools" TargetMode="External"/><Relationship Id="rId15" Type="http://schemas.openxmlformats.org/officeDocument/2006/relationships/hyperlink" Target="https://sites.google.com/view/myccmed/schools" TargetMode="External"/><Relationship Id="rId17" Type="http://schemas.openxmlformats.org/officeDocument/2006/relationships/hyperlink" Target="https://sites.google.com/view/myccmed/schools" TargetMode="External"/><Relationship Id="rId19" Type="http://schemas.openxmlformats.org/officeDocument/2006/relationships/hyperlink" Target="https://sites.google.com/view/myccmed/schools" TargetMode="External"/><Relationship Id="rId21" Type="http://schemas.openxmlformats.org/officeDocument/2006/relationships/hyperlink" Target="https://sites.google.com/view/myccmed/schools" TargetMode="External"/><Relationship Id="rId23" Type="http://schemas.openxmlformats.org/officeDocument/2006/relationships/hyperlink" Target="https://sites.google.com/view/myccmed/schools" TargetMode="External"/><Relationship Id="rId25" Type="http://schemas.openxmlformats.org/officeDocument/2006/relationships/hyperlink" Target="https://sites.google.com/view/myccmed/schools" TargetMode="External"/><Relationship Id="rId27" Type="http://schemas.openxmlformats.org/officeDocument/2006/relationships/hyperlink" Target="https://safarischool.edu.gh/" TargetMode="External"/><Relationship Id="rId29" Type="http://schemas.openxmlformats.org/officeDocument/2006/relationships/hyperlink" Target="https://www.doris.school/international-schools/ghana/accra/primary-schools" TargetMode="External"/><Relationship Id="rId31" Type="http://schemas.openxmlformats.org/officeDocument/2006/relationships/hyperlink" Target="https://www.doris.school/international-schools/ghana/accra/primary-schools" TargetMode="External"/><Relationship Id="rId33" Type="http://schemas.openxmlformats.org/officeDocument/2006/relationships/hyperlink" Target="https://www.doris.school/international-schools/ghana/accra/primary-schools" TargetMode="External"/><Relationship Id="rId35" Type="http://schemas.openxmlformats.org/officeDocument/2006/relationships/hyperlink" Target="https://en.wikipedia.org/wiki/Special:Search?search=Ghana%20International%20School" TargetMode="External"/><Relationship Id="rId37" Type="http://schemas.openxmlformats.org/officeDocument/2006/relationships/hyperlink" Target="https://www.doris.school/international-schools/ghana/accra/primary-schools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image" Target="../media/image-17-10.png"/><Relationship Id="rId20" Type="http://schemas.openxmlformats.org/officeDocument/2006/relationships/image" Target="../media/image-17-11.png"/><Relationship Id="rId22" Type="http://schemas.openxmlformats.org/officeDocument/2006/relationships/image" Target="../media/image-17-12.png"/><Relationship Id="rId24" Type="http://schemas.openxmlformats.org/officeDocument/2006/relationships/image" Target="../media/image-17-13.png"/><Relationship Id="rId26" Type="http://schemas.openxmlformats.org/officeDocument/2006/relationships/image" Target="../media/image-17-14.png"/><Relationship Id="rId28" Type="http://schemas.openxmlformats.org/officeDocument/2006/relationships/image" Target="../media/image-17-15.png"/><Relationship Id="rId30" Type="http://schemas.openxmlformats.org/officeDocument/2006/relationships/image" Target="../media/image-17-16.png"/><Relationship Id="rId32" Type="http://schemas.openxmlformats.org/officeDocument/2006/relationships/image" Target="../media/image-17-17.png"/><Relationship Id="rId34" Type="http://schemas.openxmlformats.org/officeDocument/2006/relationships/image" Target="../media/image-17-18.png"/><Relationship Id="rId36" Type="http://schemas.openxmlformats.org/officeDocument/2006/relationships/image" Target="../media/image-17-19.png"/><Relationship Id="rId38" Type="http://schemas.openxmlformats.org/officeDocument/2006/relationships/image" Target="../media/image-17-20.png"/><Relationship Id="rId40" Type="http://schemas.openxmlformats.org/officeDocument/2006/relationships/image" Target="../media/image-17-21.png"/><Relationship Id="rId42" Type="http://schemas.openxmlformats.org/officeDocument/2006/relationships/image" Target="../media/image-17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sia.gov.gh/wp-content/uploads/ACCREDITED-SCHOOLS-OFFERING-CAMBRIDGE-AND-IB-CURRICULA-IN-GHANA_PRESS-RELEASE_14OCT2021_0.pdf" TargetMode="External"/><Relationship Id="rId5" Type="http://schemas.openxmlformats.org/officeDocument/2006/relationships/hyperlink" Target="https://www.nasia.gov.gh/wp-content/uploads/ACCREDITED-SCHOOLS-OFFERING-CAMBRIDGE-AND-IB-CURRICULA-IN-GHANA_PRESS-RELEASE_14OCT2021_0.pdf" TargetMode="External"/><Relationship Id="rId7" Type="http://schemas.openxmlformats.org/officeDocument/2006/relationships/hyperlink" Target="https://en.wikipedia.org/wiki/Special:Search?search=Galaxy%20International%20School" TargetMode="External"/><Relationship Id="rId9" Type="http://schemas.openxmlformats.org/officeDocument/2006/relationships/hyperlink" Target="https://www.nasia.gov.gh/wp-content/uploads/ACCREDITED-SCHOOLS-OFFERING-CAMBRIDGE-AND-IB-CURRICULA-IN-GHANA_PRESS-RELEASE_14OCT2021_0.pdf" TargetMode="External"/><Relationship Id="rId11" Type="http://schemas.openxmlformats.org/officeDocument/2006/relationships/hyperlink" Target="https://www.nasia.gov.gh/wp-content/uploads/ACCREDITED-SCHOOLS-OFFERING-CAMBRIDGE-AND-IB-CURRICULA-IN-GHANA_PRESS-RELEASE_14OCT2021_0.pdf" TargetMode="External"/><Relationship Id="rId13" Type="http://schemas.openxmlformats.org/officeDocument/2006/relationships/hyperlink" Target="https://en.wikipedia.org/wiki/Special:Search?search=American%20International%20School%20of%20Accra" TargetMode="External"/><Relationship Id="rId15" Type="http://schemas.openxmlformats.org/officeDocument/2006/relationships/hyperlink" Target="https://www.ghanayello.com/category/schools/city:Cape_Coast" TargetMode="External"/><Relationship Id="rId17" Type="http://schemas.openxmlformats.org/officeDocument/2006/relationships/hyperlink" Target="https://www.ghanayello.com/category/schools/city:Cape_Coast" TargetMode="External"/><Relationship Id="rId19" Type="http://schemas.openxmlformats.org/officeDocument/2006/relationships/hyperlink" Target="https://www.ghanayello.com/category/schools/city:Cape_Coast" TargetMode="External"/><Relationship Id="rId21" Type="http://schemas.openxmlformats.org/officeDocument/2006/relationships/hyperlink" Target="https://www.ghanayello.com/category/schools/city:Cape_Coast" TargetMode="External"/><Relationship Id="rId23" Type="http://schemas.openxmlformats.org/officeDocument/2006/relationships/hyperlink" Target="https://www.ghanayello.com/category/schools/city:Cape_Coast" TargetMode="External"/><Relationship Id="rId25" Type="http://schemas.openxmlformats.org/officeDocument/2006/relationships/hyperlink" Target="https://www.ghanayello.com/category/schools/city:Cape_Coast" TargetMode="External"/><Relationship Id="rId27" Type="http://schemas.openxmlformats.org/officeDocument/2006/relationships/hyperlink" Target="https://www.ghanayello.com/category/schools/city:Cape_Coast" TargetMode="External"/><Relationship Id="rId29" Type="http://schemas.openxmlformats.org/officeDocument/2006/relationships/hyperlink" Target="https://en.wikipedia.org/wiki/List_of_schools_in_Ghana" TargetMode="External"/><Relationship Id="rId31" Type="http://schemas.openxmlformats.org/officeDocument/2006/relationships/hyperlink" Target="https://en.wikipedia.org/wiki/Special:Search?search=Takoradi%20International%20School" TargetMode="External"/><Relationship Id="rId33" Type="http://schemas.openxmlformats.org/officeDocument/2006/relationships/hyperlink" Target="https://www.britishcouncil.org.gh/exam/igcse-school/british-council-partner-schools/partner-schools-list" TargetMode="External"/><Relationship Id="rId35" Type="http://schemas.openxmlformats.org/officeDocument/2006/relationships/hyperlink" Target="https://www.britishcouncil.org.gh/exam/igcse-school/british-council-partner-schools/partner-schools-list" TargetMode="External"/><Relationship Id="rId37" Type="http://schemas.openxmlformats.org/officeDocument/2006/relationships/hyperlink" Target="https://www.britishcouncil.org.gh/exam/igcse-school/british-council-partner-schools/partner-schools-list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image" Target="../media/image-18-10.png"/><Relationship Id="rId20" Type="http://schemas.openxmlformats.org/officeDocument/2006/relationships/image" Target="../media/image-18-11.png"/><Relationship Id="rId22" Type="http://schemas.openxmlformats.org/officeDocument/2006/relationships/image" Target="../media/image-18-12.png"/><Relationship Id="rId24" Type="http://schemas.openxmlformats.org/officeDocument/2006/relationships/image" Target="../media/image-18-13.png"/><Relationship Id="rId26" Type="http://schemas.openxmlformats.org/officeDocument/2006/relationships/image" Target="../media/image-18-14.png"/><Relationship Id="rId28" Type="http://schemas.openxmlformats.org/officeDocument/2006/relationships/image" Target="../media/image-18-15.png"/><Relationship Id="rId30" Type="http://schemas.openxmlformats.org/officeDocument/2006/relationships/image" Target="../media/image-18-16.png"/><Relationship Id="rId32" Type="http://schemas.openxmlformats.org/officeDocument/2006/relationships/image" Target="../media/image-18-17.png"/><Relationship Id="rId34" Type="http://schemas.openxmlformats.org/officeDocument/2006/relationships/image" Target="../media/image-18-18.png"/><Relationship Id="rId36" Type="http://schemas.openxmlformats.org/officeDocument/2006/relationships/image" Target="../media/image-18-19.png"/><Relationship Id="rId38" Type="http://schemas.openxmlformats.org/officeDocument/2006/relationships/image" Target="../media/image-18-20.png"/><Relationship Id="rId40" Type="http://schemas.openxmlformats.org/officeDocument/2006/relationships/image" Target="../media/image-18-21.png"/><Relationship Id="rId42" Type="http://schemas.openxmlformats.org/officeDocument/2006/relationships/image" Target="../media/image-18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tishcouncil.org.gh/exam/igcse-school/british-council-partner-schools/partner-schools-list" TargetMode="External"/><Relationship Id="rId5" Type="http://schemas.openxmlformats.org/officeDocument/2006/relationships/hyperlink" Target="https://www.britishcouncil.org.gh/exam/igcse-school/british-council-partner-schools/partner-schools-li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brookhouse.ac.ke/" TargetMode="External"/><Relationship Id="rId13" Type="http://schemas.openxmlformats.org/officeDocument/2006/relationships/hyperlink" Target="https://www.doris.school/international-schools/ghana/accra/primary-schools" TargetMode="External"/><Relationship Id="rId15" Type="http://schemas.openxmlformats.org/officeDocument/2006/relationships/hyperlink" Target="https://www.doris.school/international-schools/ghana/accra/primary-schools" TargetMode="External"/><Relationship Id="rId17" Type="http://schemas.openxmlformats.org/officeDocument/2006/relationships/hyperlink" Target="https://www.doris.school/international-schools/ghana/accra/primary-schools" TargetMode="External"/><Relationship Id="rId19" Type="http://schemas.openxmlformats.org/officeDocument/2006/relationships/hyperlink" Target="https://www.doris.school/international-schools/ghana/accra/primary-schools" TargetMode="External"/><Relationship Id="rId21" Type="http://schemas.openxmlformats.org/officeDocument/2006/relationships/hyperlink" Target="https://www.doris.school/international-schools/ghana/accra/primary-schools" TargetMode="External"/><Relationship Id="rId23" Type="http://schemas.openxmlformats.org/officeDocument/2006/relationships/hyperlink" Target="https://www.doris.school/international-schools/ghana/accra/primary-schools" TargetMode="External"/><Relationship Id="rId25" Type="http://schemas.openxmlformats.org/officeDocument/2006/relationships/hyperlink" Target="https://en.wikipedia.org/wiki/Special:Search?search=Kampala%20International%20School%20Uganda" TargetMode="External"/><Relationship Id="rId27" Type="http://schemas.openxmlformats.org/officeDocument/2006/relationships/hyperlink" Target="https://international-schools-database.com/" TargetMode="External"/><Relationship Id="rId29" Type="http://schemas.openxmlformats.org/officeDocument/2006/relationships/hyperlink" Target="https://international-schools-database.com/" TargetMode="External"/><Relationship Id="rId31" Type="http://schemas.openxmlformats.org/officeDocument/2006/relationships/hyperlink" Target="https://en.wikipedia.org/wiki/Special:Search?search=British%20International%20School%20Lagos" TargetMode="External"/><Relationship Id="rId33" Type="http://schemas.openxmlformats.org/officeDocument/2006/relationships/hyperlink" Target="https://charterhouselagos.com/" TargetMode="External"/><Relationship Id="rId35" Type="http://schemas.openxmlformats.org/officeDocument/2006/relationships/hyperlink" Target="https://en.wikipedia.org/wiki/Special:Search?search=International%20School%20of%20Kigali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image" Target="../media/image-19-10.png"/><Relationship Id="rId20" Type="http://schemas.openxmlformats.org/officeDocument/2006/relationships/image" Target="../media/image-19-11.png"/><Relationship Id="rId22" Type="http://schemas.openxmlformats.org/officeDocument/2006/relationships/image" Target="../media/image-19-12.png"/><Relationship Id="rId24" Type="http://schemas.openxmlformats.org/officeDocument/2006/relationships/image" Target="../media/image-19-13.png"/><Relationship Id="rId26" Type="http://schemas.openxmlformats.org/officeDocument/2006/relationships/image" Target="../media/image-19-14.png"/><Relationship Id="rId28" Type="http://schemas.openxmlformats.org/officeDocument/2006/relationships/image" Target="../media/image-19-15.png"/><Relationship Id="rId30" Type="http://schemas.openxmlformats.org/officeDocument/2006/relationships/image" Target="../media/image-19-16.png"/><Relationship Id="rId32" Type="http://schemas.openxmlformats.org/officeDocument/2006/relationships/image" Target="../media/image-19-17.png"/><Relationship Id="rId34" Type="http://schemas.openxmlformats.org/officeDocument/2006/relationships/image" Target="../media/image-19-18.png"/><Relationship Id="rId36" Type="http://schemas.openxmlformats.org/officeDocument/2006/relationships/image" Target="../media/image-19-19.png"/><Relationship Id="rId38" Type="http://schemas.openxmlformats.org/officeDocument/2006/relationships/image" Target="../media/image-19-20.png"/><Relationship Id="rId40" Type="http://schemas.openxmlformats.org/officeDocument/2006/relationships/image" Target="../media/image-19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ship.mtn.com.gh/" TargetMode="External"/><Relationship Id="rId5" Type="http://schemas.openxmlformats.org/officeDocument/2006/relationships/hyperlink" Target="https://telecel.com.gh/foundation" TargetMode="External"/><Relationship Id="rId7" Type="http://schemas.openxmlformats.org/officeDocument/2006/relationships/hyperlink" Target="https://goldfields-ghana.com/" TargetMode="External"/><Relationship Id="rId9" Type="http://schemas.openxmlformats.org/officeDocument/2006/relationships/hyperlink" Target="https://www.google.com/search?q=Ecobank+Ghana+Code+Club+AI" TargetMode="External"/><Relationship Id="rId11" Type="http://schemas.openxmlformats.org/officeDocument/2006/relationships/hyperlink" Target="https://www.ghanaweb.com/GhanaHomePage/NewsArchive/MoE-Karpowership-Ghana-champions-STEM-education-for-young-girls-1971303" TargetMode="External"/><Relationship Id="rId13" Type="http://schemas.openxmlformats.org/officeDocument/2006/relationships/hyperlink" Target="https://www.globalgiving.org/projects/females-in-tech-initiative-femiti/" TargetMode="External"/><Relationship Id="rId15" Type="http://schemas.openxmlformats.org/officeDocument/2006/relationships/hyperlink" Target="https://en.wikipedia.org/wiki/Special:Search?search=Elsie%20Effah%20Kaufmann%20Foundation" TargetMode="External"/><Relationship Id="rId17" Type="http://schemas.openxmlformats.org/officeDocument/2006/relationships/hyperlink" Target="https://globalpartnership.org/" TargetMode="External"/><Relationship Id="rId19" Type="http://schemas.openxmlformats.org/officeDocument/2006/relationships/hyperlink" Target="https://worldbank.org/" TargetMode="External"/><Relationship Id="rId21" Type="http://schemas.openxmlformats.org/officeDocument/2006/relationships/hyperlink" Target="https://www.citinewsroom.com/2025/05/ghana-secures-80m-education-boost-through-landmark-partnership-with-scale-consortium/" TargetMode="External"/><Relationship Id="rId23" Type="http://schemas.openxmlformats.org/officeDocument/2006/relationships/hyperlink" Target="https://mastercardfdn.org/" TargetMode="External"/><Relationship Id="rId25" Type="http://schemas.openxmlformats.org/officeDocument/2006/relationships/hyperlink" Target="https://essa-africa.org/partners" TargetMode="External"/><Relationship Id="rId27" Type="http://schemas.openxmlformats.org/officeDocument/2006/relationships/hyperlink" Target="https://essa-africa.org/partners" TargetMode="External"/><Relationship Id="rId29" Type="http://schemas.openxmlformats.org/officeDocument/2006/relationships/hyperlink" Target="https://www.instrumentl.com/browse-grants/africa/stem-education-grants" TargetMode="External"/><Relationship Id="rId31" Type="http://schemas.openxmlformats.org/officeDocument/2006/relationships/hyperlink" Target="https://essa-africa.org/" TargetMode="External"/><Relationship Id="rId33" Type="http://schemas.openxmlformats.org/officeDocument/2006/relationships/hyperlink" Target="https://news.microsoft.com/source/emea/2026/03/education-plus-and-microsoft-launch-empower-an-ai-digital-skills-platform-for-young-people-across-africa/" TargetMode="External"/><Relationship Id="rId35" Type="http://schemas.openxmlformats.org/officeDocument/2006/relationships/hyperlink" Target="https://logitech.com/" TargetMode="External"/><Relationship Id="rId37" Type="http://schemas.openxmlformats.org/officeDocument/2006/relationships/hyperlink" Target="https://asanteafrica.org/" TargetMode="External"/><Relationship Id="rId39" Type="http://schemas.openxmlformats.org/officeDocument/2006/relationships/hyperlink" Target="https://digitalskillsafrica.org/" TargetMode="External"/><Relationship Id="rId41" Type="http://schemas.openxmlformats.org/officeDocument/2006/relationships/hyperlink" Target="https://bstemghana.com/" TargetMode="External"/><Relationship Id="rId43" Type="http://schemas.openxmlformats.org/officeDocument/2006/relationships/hyperlink" Target="https://learningthroughplay.com/" TargetMode="External"/><Relationship Id="rId45" Type="http://schemas.openxmlformats.org/officeDocument/2006/relationships/hyperlink" Target="https://oakfnd.org/" TargetMode="External"/><Relationship Id="rId47" Type="http://schemas.openxmlformats.org/officeDocument/2006/relationships/hyperlink" Target="https://gatesfoundation.org/" TargetMode="External"/><Relationship Id="rId49" Type="http://schemas.openxmlformats.org/officeDocument/2006/relationships/hyperlink" Target="https://hewlett.org/" TargetMode="External"/><Relationship Id="rId51" Type="http://schemas.openxmlformats.org/officeDocument/2006/relationships/hyperlink" Target="https://imaginablefutures.com/" TargetMode="External"/><Relationship Id="rId53" Type="http://schemas.openxmlformats.org/officeDocument/2006/relationships/hyperlink" Target="https://fordfoundation.org/" TargetMode="External"/><Relationship Id="rId55" Type="http://schemas.openxmlformats.org/officeDocument/2006/relationships/hyperlink" Target="https://github.com/samquansah-algo/nbc-vct/tree/main/weekly-tactics/04-sales/" TargetMode="External"/><Relationship Id="rId57" Type="http://schemas.openxmlformats.org/officeDocument/2006/relationships/hyperlink" Target="https://github.com/samquansah-algo/nbc-vct/blob/main/weekly-tactics/04-sales/README.md" TargetMode="External"/><Relationship Id="rId5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image" Target="../media/image-20-10.png"/><Relationship Id="rId20" Type="http://schemas.openxmlformats.org/officeDocument/2006/relationships/image" Target="../media/image-20-11.png"/><Relationship Id="rId22" Type="http://schemas.openxmlformats.org/officeDocument/2006/relationships/image" Target="../media/image-20-12.png"/><Relationship Id="rId24" Type="http://schemas.openxmlformats.org/officeDocument/2006/relationships/image" Target="../media/image-20-13.png"/><Relationship Id="rId26" Type="http://schemas.openxmlformats.org/officeDocument/2006/relationships/image" Target="../media/image-20-14.png"/><Relationship Id="rId28" Type="http://schemas.openxmlformats.org/officeDocument/2006/relationships/image" Target="../media/image-20-15.png"/><Relationship Id="rId30" Type="http://schemas.openxmlformats.org/officeDocument/2006/relationships/image" Target="../media/image-20-16.png"/><Relationship Id="rId32" Type="http://schemas.openxmlformats.org/officeDocument/2006/relationships/image" Target="../media/image-20-17.png"/><Relationship Id="rId34" Type="http://schemas.openxmlformats.org/officeDocument/2006/relationships/image" Target="../media/image-20-18.png"/><Relationship Id="rId36" Type="http://schemas.openxmlformats.org/officeDocument/2006/relationships/image" Target="../media/image-20-19.png"/><Relationship Id="rId38" Type="http://schemas.openxmlformats.org/officeDocument/2006/relationships/image" Target="../media/image-20-20.png"/><Relationship Id="rId40" Type="http://schemas.openxmlformats.org/officeDocument/2006/relationships/image" Target="../media/image-20-21.png"/><Relationship Id="rId42" Type="http://schemas.openxmlformats.org/officeDocument/2006/relationships/image" Target="../media/image-20-22.png"/><Relationship Id="rId44" Type="http://schemas.openxmlformats.org/officeDocument/2006/relationships/image" Target="../media/image-20-23.png"/><Relationship Id="rId46" Type="http://schemas.openxmlformats.org/officeDocument/2006/relationships/image" Target="../media/image-20-24.png"/><Relationship Id="rId48" Type="http://schemas.openxmlformats.org/officeDocument/2006/relationships/image" Target="../media/image-20-25.png"/><Relationship Id="rId50" Type="http://schemas.openxmlformats.org/officeDocument/2006/relationships/image" Target="../media/image-20-26.png"/><Relationship Id="rId52" Type="http://schemas.openxmlformats.org/officeDocument/2006/relationships/image" Target="../media/image-20-27.png"/><Relationship Id="rId54" Type="http://schemas.openxmlformats.org/officeDocument/2006/relationships/image" Target="../media/image-20-28.png"/><Relationship Id="rId56" Type="http://schemas.openxmlformats.org/officeDocument/2006/relationships/image" Target="../media/image-20-29.png"/><Relationship Id="rId58" Type="http://schemas.openxmlformats.org/officeDocument/2006/relationships/image" Target="../media/image-20-30.png"/><Relationship Id="rId60" Type="http://schemas.openxmlformats.org/officeDocument/2006/relationships/slideLayout" Target="../slideLayouts/slideLayout1.xml"/><Relationship Id="rId6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unicef.org/ghana" TargetMode="External"/><Relationship Id="rId5" Type="http://schemas.openxmlformats.org/officeDocument/2006/relationships/hyperlink" Target="https://gov.uk/fcdo" TargetMode="External"/><Relationship Id="rId7" Type="http://schemas.openxmlformats.org/officeDocument/2006/relationships/hyperlink" Target="https://international.gc.ca/" TargetMode="External"/><Relationship Id="rId9" Type="http://schemas.openxmlformats.org/officeDocument/2006/relationships/hyperlink" Target="https://koica.go.kr/" TargetMode="External"/><Relationship Id="rId11" Type="http://schemas.openxmlformats.org/officeDocument/2006/relationships/hyperlink" Target="https://jica.go.jp/" TargetMode="External"/><Relationship Id="rId13" Type="http://schemas.openxmlformats.org/officeDocument/2006/relationships/hyperlink" Target="https://giz.de/" TargetMode="External"/><Relationship Id="rId15" Type="http://schemas.openxmlformats.org/officeDocument/2006/relationships/hyperlink" Target="https://google.org/" TargetMode="External"/><Relationship Id="rId17" Type="http://schemas.openxmlformats.org/officeDocument/2006/relationships/hyperlink" Target="https://about.meta.com/" TargetMode="External"/><Relationship Id="rId19" Type="http://schemas.openxmlformats.org/officeDocument/2006/relationships/hyperlink" Target="https://huawei.com/" TargetMode="External"/><Relationship Id="rId21" Type="http://schemas.openxmlformats.org/officeDocument/2006/relationships/hyperlink" Target="https://samsung.com/" TargetMode="External"/><Relationship Id="rId23" Type="http://schemas.openxmlformats.org/officeDocument/2006/relationships/hyperlink" Target="https://arm.com/resources/education" TargetMode="External"/><Relationship Id="rId25" Type="http://schemas.openxmlformats.org/officeDocument/2006/relationships/hyperlink" Target="https://netacad.com/" TargetMode="External"/><Relationship Id="rId27" Type="http://schemas.openxmlformats.org/officeDocument/2006/relationships/hyperlink" Target="https://fondationorange.com/" TargetMode="External"/><Relationship Id="rId29" Type="http://schemas.openxmlformats.org/officeDocument/2006/relationships/hyperlink" Target="https://vodafone.com/foundation" TargetMode="External"/><Relationship Id="rId31" Type="http://schemas.openxmlformats.org/officeDocument/2006/relationships/hyperlink" Target="https://airtel.africa/" TargetMode="External"/><Relationship Id="rId33" Type="http://schemas.openxmlformats.org/officeDocument/2006/relationships/hyperlink" Target="https://newmont.com/" TargetMode="External"/><Relationship Id="rId35" Type="http://schemas.openxmlformats.org/officeDocument/2006/relationships/hyperlink" Target="https://anglogoldashanti.com/" TargetMode="External"/><Relationship Id="rId37" Type="http://schemas.openxmlformats.org/officeDocument/2006/relationships/hyperlink" Target="https://kosmosenergy.com/" TargetMode="External"/><Relationship Id="rId39" Type="http://schemas.openxmlformats.org/officeDocument/2006/relationships/hyperlink" Target="https://tullowoil.com/" TargetMode="External"/><Relationship Id="rId41" Type="http://schemas.openxmlformats.org/officeDocument/2006/relationships/hyperlink" Target="https://gnpcghana.com/" TargetMode="External"/><Relationship Id="rId43" Type="http://schemas.openxmlformats.org/officeDocument/2006/relationships/hyperlink" Target="https://absa.com.gh/" TargetMode="External"/><Relationship Id="rId45" Type="http://schemas.openxmlformats.org/officeDocument/2006/relationships/hyperlink" Target="https://stanbicbank.com.gh/" TargetMode="External"/><Relationship Id="rId47" Type="http://schemas.openxmlformats.org/officeDocument/2006/relationships/hyperlink" Target="https://gcbbank.com.gh/" TargetMode="External"/><Relationship Id="rId49" Type="http://schemas.openxmlformats.org/officeDocument/2006/relationships/hyperlink" Target="https://fidelitybank.com.gh/" TargetMode="External"/><Relationship Id="rId51" Type="http://schemas.openxmlformats.org/officeDocument/2006/relationships/hyperlink" Target="https://raspberrypi.org/" TargetMode="External"/><Relationship Id="rId53" Type="http://schemas.openxmlformats.org/officeDocument/2006/relationships/hyperlink" Target="https://github.com/samquansah-algo/nbc-vct/tree/main/weekly-tactics/04-sales/" TargetMode="External"/><Relationship Id="rId55" Type="http://schemas.openxmlformats.org/officeDocument/2006/relationships/hyperlink" Target="https://github.com/samquansah-algo/nbc-vct/blob/main/weekly-tactics/04-sales/README.md" TargetMode="External"/><Relationship Id="rId5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image" Target="../media/image-21-9.png"/><Relationship Id="rId18" Type="http://schemas.openxmlformats.org/officeDocument/2006/relationships/image" Target="../media/image-21-10.png"/><Relationship Id="rId20" Type="http://schemas.openxmlformats.org/officeDocument/2006/relationships/image" Target="../media/image-21-11.png"/><Relationship Id="rId22" Type="http://schemas.openxmlformats.org/officeDocument/2006/relationships/image" Target="../media/image-21-12.png"/><Relationship Id="rId24" Type="http://schemas.openxmlformats.org/officeDocument/2006/relationships/image" Target="../media/image-21-13.png"/><Relationship Id="rId26" Type="http://schemas.openxmlformats.org/officeDocument/2006/relationships/image" Target="../media/image-21-14.png"/><Relationship Id="rId28" Type="http://schemas.openxmlformats.org/officeDocument/2006/relationships/image" Target="../media/image-21-15.png"/><Relationship Id="rId30" Type="http://schemas.openxmlformats.org/officeDocument/2006/relationships/image" Target="../media/image-21-16.png"/><Relationship Id="rId32" Type="http://schemas.openxmlformats.org/officeDocument/2006/relationships/image" Target="../media/image-21-17.png"/><Relationship Id="rId34" Type="http://schemas.openxmlformats.org/officeDocument/2006/relationships/image" Target="../media/image-21-18.png"/><Relationship Id="rId36" Type="http://schemas.openxmlformats.org/officeDocument/2006/relationships/image" Target="../media/image-21-19.png"/><Relationship Id="rId38" Type="http://schemas.openxmlformats.org/officeDocument/2006/relationships/image" Target="../media/image-21-20.png"/><Relationship Id="rId40" Type="http://schemas.openxmlformats.org/officeDocument/2006/relationships/image" Target="../media/image-21-21.png"/><Relationship Id="rId42" Type="http://schemas.openxmlformats.org/officeDocument/2006/relationships/image" Target="../media/image-21-22.png"/><Relationship Id="rId44" Type="http://schemas.openxmlformats.org/officeDocument/2006/relationships/image" Target="../media/image-21-23.png"/><Relationship Id="rId46" Type="http://schemas.openxmlformats.org/officeDocument/2006/relationships/image" Target="../media/image-21-24.png"/><Relationship Id="rId48" Type="http://schemas.openxmlformats.org/officeDocument/2006/relationships/image" Target="../media/image-21-25.png"/><Relationship Id="rId50" Type="http://schemas.openxmlformats.org/officeDocument/2006/relationships/image" Target="../media/image-21-26.png"/><Relationship Id="rId52" Type="http://schemas.openxmlformats.org/officeDocument/2006/relationships/image" Target="../media/image-21-27.png"/><Relationship Id="rId54" Type="http://schemas.openxmlformats.org/officeDocument/2006/relationships/image" Target="../media/image-21-28.png"/><Relationship Id="rId56" Type="http://schemas.openxmlformats.org/officeDocument/2006/relationships/image" Target="../media/image-21-29.png"/><Relationship Id="rId58" Type="http://schemas.openxmlformats.org/officeDocument/2006/relationships/slideLayout" Target="../slideLayouts/slideLayout1.xml"/><Relationship Id="rId5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OUTREACH_KI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4-sales/" TargetMode="External"/><Relationship Id="rId9" Type="http://schemas.openxmlformats.org/officeDocument/2006/relationships/hyperlink" Target="https://github.com/samquansah-algo/nbc-vct/blob/main/weekly-tactics/04-sales/lead_list_template.csv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image" Target="../media/image-38-4.png"/><Relationship Id="rId8" Type="http://schemas.openxmlformats.org/officeDocument/2006/relationships/image" Target="../media/image-38-5.png"/><Relationship Id="rId10" Type="http://schemas.openxmlformats.org/officeDocument/2006/relationships/image" Target="../media/image-38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22621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6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081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39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842" y="1304627"/>
            <a:ext cx="63341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842" y="1420118"/>
            <a:ext cx="661987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thesmartribe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2842" y="1535609"/>
            <a:ext cx="585788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oastedcode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2842" y="1651099"/>
            <a:ext cx="5715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infinitystem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2842" y="17665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borgenproject.org/stem-education-in-ghan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2842" y="1882080"/>
            <a:ext cx="88106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facebook.com/mycodersacademy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82842" y="1997571"/>
            <a:ext cx="110966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africatechschools.com/country/ghana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82842" y="2113062"/>
            <a:ext cx="995362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africatechschools.com/country/ghana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82842" y="2228552"/>
            <a:ext cx="99536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oogle.com/search?q=WiSTEM+Ghana+girls+camp+KNU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82842" y="2344043"/>
            <a:ext cx="7048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modernghana.com/news/1357101/tamale-pamepi-women-in-tech-ghana-inspires-young.html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82842" y="2459534"/>
            <a:ext cx="871538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africatechschools.com/country/ghan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82842" y="2575024"/>
            <a:ext cx="995362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temforallgh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82842" y="2690515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Special:Search?search=Elsie%20Effah%20Kaufmann%20Foundation%20%28STEM%20Code%29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782842" y="2806005"/>
            <a:ext cx="557213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9jacodekids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782842" y="2921496"/>
            <a:ext cx="5524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imaginestemacademy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782842" y="3036987"/>
            <a:ext cx="8810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ealityacademy.com.n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782842" y="3152477"/>
            <a:ext cx="9191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stemcenterng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782842" y="3267968"/>
            <a:ext cx="614363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kidsandtech.com.ng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782842" y="3383459"/>
            <a:ext cx="661987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mputertrainingschoolnigeria.com.ng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782842" y="3498949"/>
            <a:ext cx="1285875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digitoto.co.ke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782842" y="3614440"/>
            <a:ext cx="447675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temimpactcenterkenya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782842" y="3729930"/>
            <a:ext cx="919162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temcenter-africa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6714" y="1304627"/>
            <a:ext cx="73342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kids.co.ke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714" y="1420118"/>
            <a:ext cx="4476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vercaretraining.institute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6714" y="1535609"/>
            <a:ext cx="8239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reativity.rw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714" y="1651099"/>
            <a:ext cx="4000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undibot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6714" y="1766590"/>
            <a:ext cx="447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robokids.afric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714" y="1882080"/>
            <a:ext cx="490537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tartupsmagazine.co.uk/article-joining-hands-deliver-education-south-africa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46714" y="1997571"/>
            <a:ext cx="1023937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novtechsc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46714" y="2113062"/>
            <a:ext cx="50958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theafricanstemhub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46714" y="2228552"/>
            <a:ext cx="7810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lobalgiving.org/projects/catch-them-young-project-stem-education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046714" y="2344043"/>
            <a:ext cx="83820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logitech.com/blog/2024/05/10/logitech-and-techlit-africa-partner-to-support-childrens-education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46714" y="2459534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temkidsnyc.org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046714" y="2575024"/>
            <a:ext cx="54292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maker-stat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046714" y="2690515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booleangirl.org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046714" y="2806005"/>
            <a:ext cx="5095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tokyostemschool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046714" y="2921496"/>
            <a:ext cx="72390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odeclub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046714" y="3036987"/>
            <a:ext cx="4286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dojo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046714" y="3152477"/>
            <a:ext cx="49530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rlswhocode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046714" y="3267968"/>
            <a:ext cx="604837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blackgirlscode.com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046714" y="3383459"/>
            <a:ext cx="63341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deninjas.com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046714" y="3498949"/>
            <a:ext cx="514350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engineeringforkids.com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046714" y="3614440"/>
            <a:ext cx="785813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napology.com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046714" y="3729930"/>
            <a:ext cx="500063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bricks4kidz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584" y="1304627"/>
            <a:ext cx="53340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bg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584" y="1420118"/>
            <a:ext cx="290513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stemette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5584" y="1535609"/>
            <a:ext cx="452437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iretechcamp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5584" y="1651099"/>
            <a:ext cx="5905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africacodeweek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5584" y="1766590"/>
            <a:ext cx="642938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technov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15584" y="1882080"/>
            <a:ext cx="5619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firstlegoleague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5584" y="1997571"/>
            <a:ext cx="62388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ro-association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15584" y="2113062"/>
            <a:ext cx="652463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idtech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15584" y="2228552"/>
            <a:ext cx="3619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madscience.org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15584" y="2344043"/>
            <a:ext cx="519112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businessday.n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15584" y="2459534"/>
            <a:ext cx="78581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essionize.com/amanda-obidike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815584" y="2575024"/>
            <a:ext cx="10572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resolutionproject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815584" y="2690515"/>
            <a:ext cx="976312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voaafrica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815584" y="2806005"/>
            <a:ext cx="7048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linkedin.com/in/vidabugri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815584" y="2921496"/>
            <a:ext cx="8572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uardian.n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815584" y="3036987"/>
            <a:ext cx="681038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wpnetwork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815584" y="3152477"/>
            <a:ext cx="814388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idealist.org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815584" y="3267968"/>
            <a:ext cx="63341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futureoflearning.ihub.co.ke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815584" y="3383459"/>
            <a:ext cx="895350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hanaiantimes.com.gh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815584" y="3498949"/>
            <a:ext cx="995362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uardian.ng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815584" y="3614440"/>
            <a:ext cx="681038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africanscienceacademy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815584" y="3729930"/>
            <a:ext cx="885825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usinessghana.com/site/directory/primary-schools/24134/Montessori-School-P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687" y="1304627"/>
            <a:ext cx="9191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687" y="1420118"/>
            <a:ext cx="7905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687" y="1535609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687" y="1651099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sites.google.com/view/myccmed/school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0687" y="1766590"/>
            <a:ext cx="828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sites.google.com/view/myccmed/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0687" y="1882080"/>
            <a:ext cx="8286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ites.google.com/view/myccmed/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40687" y="1997571"/>
            <a:ext cx="8286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sites.google.com/view/myccmed/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40687" y="2113062"/>
            <a:ext cx="8286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sites.google.com/view/myccmed/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40687" y="2228552"/>
            <a:ext cx="8286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sites.google.com/view/myccmed/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040687" y="2344043"/>
            <a:ext cx="8286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sites.google.com/view/myccmed/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40687" y="2459534"/>
            <a:ext cx="828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ites.google.com/view/myccmed/school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040687" y="2575024"/>
            <a:ext cx="8286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afarischool.edu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040687" y="2690515"/>
            <a:ext cx="642938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040687" y="2806005"/>
            <a:ext cx="6667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040687" y="2921496"/>
            <a:ext cx="6667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040687" y="3036987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Ghana%20International%20School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040687" y="3152477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040687" y="3267968"/>
            <a:ext cx="666750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32" y="1304627"/>
            <a:ext cx="552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032" y="1420118"/>
            <a:ext cx="552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n.wikipedia.org/wiki/Special:Search?search=Galaxy%20International%20School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3032" y="1535609"/>
            <a:ext cx="5572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3032" y="1651099"/>
            <a:ext cx="552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73032" y="17665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en.wikipedia.org/wiki/Special:Search?search=American%20International%20School%20of%20Accra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3032" y="1882080"/>
            <a:ext cx="5572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73032" y="1997571"/>
            <a:ext cx="7905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73032" y="2113062"/>
            <a:ext cx="7905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73032" y="2228552"/>
            <a:ext cx="7905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73032" y="2344043"/>
            <a:ext cx="7905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73032" y="2459534"/>
            <a:ext cx="7905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873032" y="2575024"/>
            <a:ext cx="7905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873032" y="2690515"/>
            <a:ext cx="790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List_of_schools_in_Ghana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873032" y="2806005"/>
            <a:ext cx="83820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Takoradi%20International%20School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873032" y="2921496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873032" y="3036987"/>
            <a:ext cx="105727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873032" y="3152477"/>
            <a:ext cx="1057275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873032" y="3267968"/>
            <a:ext cx="1057275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680" y="1304627"/>
            <a:ext cx="10572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2680" y="1420118"/>
            <a:ext cx="10572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680" y="1535609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680" y="1651099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brookhouse.ac.ke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2680" y="1766590"/>
            <a:ext cx="58102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82680" y="1882080"/>
            <a:ext cx="66675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82680" y="1997571"/>
            <a:ext cx="666750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82680" y="2113062"/>
            <a:ext cx="6667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82680" y="2228552"/>
            <a:ext cx="6667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82680" y="2344043"/>
            <a:ext cx="6667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82680" y="2459534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n.wikipedia.org/wiki/Special:Search?search=Kampala%20International%20School%20Uganda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82680" y="2575024"/>
            <a:ext cx="557213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international-schools-databas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82680" y="2690515"/>
            <a:ext cx="1171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international-schools-database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682680" y="2806005"/>
            <a:ext cx="11715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British%20International%20School%20Lago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682680" y="2921496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harterhouselagos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682680" y="3036987"/>
            <a:ext cx="7715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International%20School%20of%20Kigali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682680" y="3152477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cholarship.mtn.com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285" y="1304627"/>
            <a:ext cx="8286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telecel.com.gh/foundatio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1285" y="1420118"/>
            <a:ext cx="8667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oldfields-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1285" y="1535609"/>
            <a:ext cx="7143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oogle.com/search?q=Ecobank+Ghana+Code+Club+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1285" y="1651099"/>
            <a:ext cx="4572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ghanaweb.com/GhanaHomePage/NewsArchive/MoE-Karpowership-Ghana-champions-STEM-education-for-young-girls-1971303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285" y="1766590"/>
            <a:ext cx="747712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globalgiving.org/projects/females-in-tech-initiative-femiti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01285" y="1882080"/>
            <a:ext cx="83820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en.wikipedia.org/wiki/Special:Search?search=Elsie%20Effah%20Kaufmann%20Foundation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01285" y="1997571"/>
            <a:ext cx="557213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lobalpartnership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01285" y="2113062"/>
            <a:ext cx="71913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orldbank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01285" y="2228552"/>
            <a:ext cx="4857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citinewsroom.com/2025/05/ghana-secures-80m-education-boost-through-landmark-partnership-with-scale-consortiu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01285" y="2344043"/>
            <a:ext cx="85248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mastercardfdn.or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301285" y="2459534"/>
            <a:ext cx="61436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ssa-africa.org/partner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301285" y="2575024"/>
            <a:ext cx="9048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essa-africa.org/partners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301285" y="2690515"/>
            <a:ext cx="9048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instrumentl.com/browse-grants/africa/stem-education-grant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301285" y="2806005"/>
            <a:ext cx="80962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ssa-africa.org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301285" y="2921496"/>
            <a:ext cx="481012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news.microsoft.com/source/emea/2026/03/education-plus-and-microsoft-launch-empower-an-ai-digital-skills-platform-for-young-people-across-africa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301285" y="3036987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logitech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301285" y="3152477"/>
            <a:ext cx="4238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asanteafrica.org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301285" y="3267968"/>
            <a:ext cx="528638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digitalskillsafrica.org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301285" y="3383459"/>
            <a:ext cx="681038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bstemghana.com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301285" y="3498949"/>
            <a:ext cx="571500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learningthroughplay.com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301285" y="3614440"/>
            <a:ext cx="833437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oakfnd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301285" y="3729930"/>
            <a:ext cx="361950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atesfoundation.org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301285" y="3845421"/>
            <a:ext cx="671513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hewlett.org/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301285" y="3960912"/>
            <a:ext cx="376238" cy="95250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imaginablefutures.com/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301285" y="4076402"/>
            <a:ext cx="762000" cy="95250"/>
          </a:xfrm>
          <a:prstGeom prst="rect">
            <a:avLst/>
          </a:prstGeom>
        </p:spPr>
      </p:pic>
      <p:pic>
        <p:nvPicPr>
          <p:cNvPr id="28" name="Image 26" descr="preencoded.png">
            <a:hlinkClick r:id="rId53" tooltip="https://fordfoundation.org/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301285" y="4191893"/>
            <a:ext cx="633412" cy="95250"/>
          </a:xfrm>
          <a:prstGeom prst="rect">
            <a:avLst/>
          </a:prstGeom>
        </p:spPr>
      </p:pic>
      <p:pic>
        <p:nvPicPr>
          <p:cNvPr id="29" name="Image 27" descr="preencoded.png">
            <a:hlinkClick r:id="rId5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30" name="Image 28" descr="preencoded.png">
            <a:hlinkClick r:id="rId57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31" name="Image 29" descr="preencoded.png">
            <a:hlinkClick r:id="rId5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unicef.org/ghana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386" y="1304627"/>
            <a:ext cx="566738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ov.uk/fcdo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8386" y="1420118"/>
            <a:ext cx="39052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international.gc.ca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8386" y="1535609"/>
            <a:ext cx="604837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koica.go.k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8386" y="1651099"/>
            <a:ext cx="3619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jica.go.jp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8386" y="1766590"/>
            <a:ext cx="2952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z.de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8386" y="1882080"/>
            <a:ext cx="19526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oogle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88386" y="1997571"/>
            <a:ext cx="361950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about.meta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8386" y="2113062"/>
            <a:ext cx="538163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huawei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88386" y="2228552"/>
            <a:ext cx="4000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samsung.co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088386" y="2344043"/>
            <a:ext cx="461962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arm.com/resources/education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88386" y="2459534"/>
            <a:ext cx="995362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netacad.com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088386" y="2575024"/>
            <a:ext cx="419100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fondationorang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088386" y="2690515"/>
            <a:ext cx="7143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vodafone.com/foundation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088386" y="2806005"/>
            <a:ext cx="862012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airtel.africa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088386" y="2921496"/>
            <a:ext cx="366712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newmont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088386" y="3036987"/>
            <a:ext cx="4762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nglogoldashanti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088386" y="3152477"/>
            <a:ext cx="733425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kosmosenergy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088386" y="3267968"/>
            <a:ext cx="642938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tullowoil.com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088386" y="3383459"/>
            <a:ext cx="447675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npcghana.com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088386" y="3498949"/>
            <a:ext cx="528638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absa.com.gh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088386" y="3614440"/>
            <a:ext cx="419100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tanbicbank.com.gh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088386" y="3729930"/>
            <a:ext cx="661987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cbbank.com.gh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088386" y="3845421"/>
            <a:ext cx="547687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fidelitybank.com.gh/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088386" y="3960912"/>
            <a:ext cx="652463" cy="95250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raspberrypi.org/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088386" y="4076402"/>
            <a:ext cx="514350" cy="95250"/>
          </a:xfrm>
          <a:prstGeom prst="rect">
            <a:avLst/>
          </a:prstGeom>
        </p:spPr>
      </p:pic>
      <p:pic>
        <p:nvPicPr>
          <p:cNvPr id="28" name="Image 26" descr="preencoded.png">
            <a:hlinkClick r:id="rId5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9" name="Image 27" descr="preencoded.png">
            <a:hlinkClick r:id="rId55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30" name="Image 28" descr="preencoded.png">
            <a:hlinkClick r:id="rId5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037" y="2760166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8" y="3810000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563" y="3952875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919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5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67151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9715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1185863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Sales Tactical Playbook</dc:title>
  <dc:subject>PptxGenJS Presentation</dc:subject>
  <dc:creator>Team NBC (Algo Peers)</dc:creator>
  <cp:lastModifiedBy>Team NBC (Algo Peers)</cp:lastModifiedBy>
  <cp:revision>1</cp:revision>
  <dcterms:created xsi:type="dcterms:W3CDTF">2026-10-12T03:32:46Z</dcterms:created>
  <dcterms:modified xsi:type="dcterms:W3CDTF">2026-10-12T03:32:46Z</dcterms:modified>
</cp:coreProperties>
</file>