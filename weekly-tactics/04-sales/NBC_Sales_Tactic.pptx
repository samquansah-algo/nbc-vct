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tree/main/weekly-tactics/04-sales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1-market-research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watering_holes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weekly-tactics/04-sales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weekly-tactics/04-sales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weekly-tactics/04-sales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weekly-tactics/04-sales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weekly-tactics/04-sales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weekly-tactics/04-sales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weekly-tactics/04-sales/OUTREACH_KIT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image" Target="../media/image-26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marketing/crm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image" Target="../media/image-27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marketing/crm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image" Target="../media/image-28-3.png"/><Relationship Id="rId6" Type="http://schemas.openxmlformats.org/officeDocument/2006/relationships/image" Target="../media/image-28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image" Target="../media/image-3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mailto:samquansah@gse.harvard.edu" TargetMode="External"/><Relationship Id="rId5" Type="http://schemas.openxmlformats.org/officeDocument/2006/relationships/hyperlink" Target="mailto:samquans@mit.edu" TargetMode="External"/><Relationship Id="rId7" Type="http://schemas.openxmlformats.org/officeDocument/2006/relationships/hyperlink" Target="https://github.com/samquansah-algo/nbc-vct/tree/main/weekly-tactics/04-sales/" TargetMode="External"/><Relationship Id="rId9" Type="http://schemas.openxmlformats.org/officeDocument/2006/relationships/hyperlink" Target="https://github.com/samquansah-algo/nbc-vct/blob/main/weekly-tactics/04-sales/lead_list_template.csv" TargetMode="External"/><Relationship Id="rId1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image" Target="../media/image-36-4.png"/><Relationship Id="rId8" Type="http://schemas.openxmlformats.org/officeDocument/2006/relationships/image" Target="../media/image-36-5.png"/><Relationship Id="rId10" Type="http://schemas.openxmlformats.org/officeDocument/2006/relationships/image" Target="../media/image-36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29125"/>
            <a:ext cx="110490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975" y="4429125"/>
            <a:ext cx="2262187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1-market-research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431" y="4824412"/>
            <a:ext cx="676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6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731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081" y="4824412"/>
            <a:ext cx="180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39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4824412"/>
            <a:ext cx="60483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9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037" y="2760166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88" y="3810000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563" y="3952875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919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35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mailto:samquansah@gse.harvard.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81475"/>
            <a:ext cx="16764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mailto:samquans@mit.edu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52925"/>
            <a:ext cx="10763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8075" y="3805237"/>
            <a:ext cx="671513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075" y="3999533"/>
            <a:ext cx="971550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8075" y="4193828"/>
            <a:ext cx="1185863" cy="157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NBC: Sales Tactical Playbook</dc:title>
  <dc:subject>PptxGenJS Presentation</dc:subject>
  <dc:creator>Team NBC (Algo Peers)</dc:creator>
  <cp:lastModifiedBy>Team NBC (Algo Peers)</cp:lastModifiedBy>
  <cp:revision>1</cp:revision>
  <dcterms:created xsi:type="dcterms:W3CDTF">2026-10-12T03:25:56Z</dcterms:created>
  <dcterms:modified xsi:type="dcterms:W3CDTF">2026-10-12T03:25:56Z</dcterms:modified>
</cp:coreProperties>
</file>