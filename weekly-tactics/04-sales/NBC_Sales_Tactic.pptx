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image" Target="../media/image-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lead_list_template.csv" TargetMode="External"/><Relationship Id="rId5" Type="http://schemas.openxmlformats.org/officeDocument/2006/relationships/hyperlink" Target="https://github.com/samquansah-algo/nbc-vct/blob/main/weekly-tactics/04-sales/lead_list_template.csv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image" Target="../media/image-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lead_list_template.csv" TargetMode="External"/><Relationship Id="rId5" Type="http://schemas.openxmlformats.org/officeDocument/2006/relationships/hyperlink" Target="https://github.com/samquansah-algo/nbc-vct/blob/main/weekly-tactics/04-sales/lead_list_template.csv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lead_list_template.csv" TargetMode="External"/><Relationship Id="rId5" Type="http://schemas.openxmlformats.org/officeDocument/2006/relationships/hyperlink" Target="https://github.com/samquansah-algo/nbc-vct/blob/main/weekly-tactics/04-sales/lead_list_template.csv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419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5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363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5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594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73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894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0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3952875"/>
            <a:ext cx="86201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8" y="4824412"/>
            <a:ext cx="70485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735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3952875"/>
            <a:ext cx="86201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8" y="4824412"/>
            <a:ext cx="70485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735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3952875"/>
            <a:ext cx="86201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8" y="4824412"/>
            <a:ext cx="70485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735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363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5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876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876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876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876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876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606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7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606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7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606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7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2026-10-12T03:16:22Z</dcterms:created>
  <dcterms:modified xsi:type="dcterms:W3CDTF">2026-10-12T03:16:22Z</dcterms:modified>
</cp:coreProperties>
</file>