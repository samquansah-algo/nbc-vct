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lead_list_template.csv" TargetMode="External"/><Relationship Id="rId5" Type="http://schemas.openxmlformats.org/officeDocument/2006/relationships/hyperlink" Target="https://github.com/samquansah-algo/nbc-vct/blob/main/weekly-tactics/04-sales/lead_list_template.csv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lead_list_template.csv" TargetMode="External"/><Relationship Id="rId5" Type="http://schemas.openxmlformats.org/officeDocument/2006/relationships/hyperlink" Target="https://github.com/samquansah-algo/nbc-vct/blob/main/weekly-tactics/04-sales/lead_list_template.csv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lead_list_template.csv" TargetMode="External"/><Relationship Id="rId5" Type="http://schemas.openxmlformats.org/officeDocument/2006/relationships/hyperlink" Target="https://github.com/samquansah-algo/nbc-vct/blob/main/weekly-tactics/04-sales/lead_list_template.csv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image" Target="../media/image-33-4.png"/><Relationship Id="rId8" Type="http://schemas.openxmlformats.org/officeDocument/2006/relationships/image" Target="../media/image-33-5.png"/><Relationship Id="rId10" Type="http://schemas.openxmlformats.org/officeDocument/2006/relationships/image" Target="../media/image-33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0225" y="3952875"/>
            <a:ext cx="86201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5331" y="4824412"/>
            <a:ext cx="70485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20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0225" y="3952875"/>
            <a:ext cx="86201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5331" y="4824412"/>
            <a:ext cx="70485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20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0225" y="3952875"/>
            <a:ext cx="86201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5331" y="4824412"/>
            <a:ext cx="70485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20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Earn the first yes</dc:title>
  <dc:subject>PptxGenJS Presentation</dc:subject>
  <dc:creator>Team NBC (Algo Peers)</dc:creator>
  <cp:lastModifiedBy>Team NBC (Algo Peers)</cp:lastModifiedBy>
  <cp:revision>1</cp:revision>
  <dcterms:created xsi:type="dcterms:W3CDTF">2026-10-12T03:13:53Z</dcterms:created>
  <dcterms:modified xsi:type="dcterms:W3CDTF">2026-10-12T03:13:53Z</dcterms:modified>
</cp:coreProperties>
</file>