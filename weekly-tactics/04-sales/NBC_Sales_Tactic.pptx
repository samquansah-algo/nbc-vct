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image" Target="../media/image-3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image" Target="../media/image-36-4.png"/><Relationship Id="rId8" Type="http://schemas.openxmlformats.org/officeDocument/2006/relationships/image" Target="../media/image-36-5.png"/><Relationship Id="rId10" Type="http://schemas.openxmlformats.org/officeDocument/2006/relationships/image" Target="../media/image-3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2026-10-12T03:21:54Z</dcterms:created>
  <dcterms:modified xsi:type="dcterms:W3CDTF">2026-10-12T03:21:54Z</dcterms:modified>
</cp:coreProperties>
</file>