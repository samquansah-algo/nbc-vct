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thesmartribe.com/" TargetMode="External"/><Relationship Id="rId9" Type="http://schemas.openxmlformats.org/officeDocument/2006/relationships/hyperlink" Target="https://coastedcode.com/" TargetMode="External"/><Relationship Id="rId11" Type="http://schemas.openxmlformats.org/officeDocument/2006/relationships/hyperlink" Target="https://infinitystem.com/" TargetMode="External"/><Relationship Id="rId13" Type="http://schemas.openxmlformats.org/officeDocument/2006/relationships/hyperlink" Target="https://borgenproject.org/stem-education-in-ghana/" TargetMode="External"/><Relationship Id="rId15" Type="http://schemas.openxmlformats.org/officeDocument/2006/relationships/hyperlink" Target="https://www.facebook.com/mycodersacademy/" TargetMode="External"/><Relationship Id="rId17" Type="http://schemas.openxmlformats.org/officeDocument/2006/relationships/hyperlink" Target="https://www.africatechschools.com/country/ghana/" TargetMode="External"/><Relationship Id="rId19" Type="http://schemas.openxmlformats.org/officeDocument/2006/relationships/hyperlink" Target="https://www.africatechschools.com/country/ghana/" TargetMode="External"/><Relationship Id="rId21" Type="http://schemas.openxmlformats.org/officeDocument/2006/relationships/hyperlink" Target="https://www.google.com/search?q=WiSTEM+Ghana+girls+camp+KNUST" TargetMode="External"/><Relationship Id="rId23" Type="http://schemas.openxmlformats.org/officeDocument/2006/relationships/hyperlink" Target="https://www.modernghana.com/news/1357101/tamale-pamepi-women-in-tech-ghana-inspires-young.html" TargetMode="External"/><Relationship Id="rId25" Type="http://schemas.openxmlformats.org/officeDocument/2006/relationships/hyperlink" Target="https://www.africatechschools.com/country/ghana/" TargetMode="External"/><Relationship Id="rId27" Type="http://schemas.openxmlformats.org/officeDocument/2006/relationships/hyperlink" Target="https://stemforallgh.org/" TargetMode="External"/><Relationship Id="rId29" Type="http://schemas.openxmlformats.org/officeDocument/2006/relationships/hyperlink" Target="https://en.wikipedia.org/wiki/Special:Search?search=Elsie%20Effah%20Kaufmann%20Foundation%20%28STEM%20Code%29" TargetMode="External"/><Relationship Id="rId31" Type="http://schemas.openxmlformats.org/officeDocument/2006/relationships/hyperlink" Target="https://9jacodekids.com/" TargetMode="External"/><Relationship Id="rId33" Type="http://schemas.openxmlformats.org/officeDocument/2006/relationships/hyperlink" Target="https://imaginestemacademy.com/" TargetMode="External"/><Relationship Id="rId35" Type="http://schemas.openxmlformats.org/officeDocument/2006/relationships/hyperlink" Target="https://coderealityacademy.com.ng/" TargetMode="External"/><Relationship Id="rId37" Type="http://schemas.openxmlformats.org/officeDocument/2006/relationships/hyperlink" Target="https://stemcenterng.com/" TargetMode="External"/><Relationship Id="rId39" Type="http://schemas.openxmlformats.org/officeDocument/2006/relationships/hyperlink" Target="https://kidsandtech.com.ng/" TargetMode="External"/><Relationship Id="rId41" Type="http://schemas.openxmlformats.org/officeDocument/2006/relationships/hyperlink" Target="https://computertrainingschoolnigeria.com.ng/" TargetMode="External"/><Relationship Id="rId43" Type="http://schemas.openxmlformats.org/officeDocument/2006/relationships/hyperlink" Target="https://digitoto.co.ke/" TargetMode="External"/><Relationship Id="rId45" Type="http://schemas.openxmlformats.org/officeDocument/2006/relationships/hyperlink" Target="https://stemimpactcenterkenya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image" Target="../media/image-14-10.png"/><Relationship Id="rId20" Type="http://schemas.openxmlformats.org/officeDocument/2006/relationships/image" Target="../media/image-14-11.png"/><Relationship Id="rId22" Type="http://schemas.openxmlformats.org/officeDocument/2006/relationships/image" Target="../media/image-14-12.png"/><Relationship Id="rId24" Type="http://schemas.openxmlformats.org/officeDocument/2006/relationships/image" Target="../media/image-14-13.png"/><Relationship Id="rId26" Type="http://schemas.openxmlformats.org/officeDocument/2006/relationships/image" Target="../media/image-14-14.png"/><Relationship Id="rId28" Type="http://schemas.openxmlformats.org/officeDocument/2006/relationships/image" Target="../media/image-14-15.png"/><Relationship Id="rId30" Type="http://schemas.openxmlformats.org/officeDocument/2006/relationships/image" Target="../media/image-14-16.png"/><Relationship Id="rId32" Type="http://schemas.openxmlformats.org/officeDocument/2006/relationships/image" Target="../media/image-14-17.png"/><Relationship Id="rId34" Type="http://schemas.openxmlformats.org/officeDocument/2006/relationships/image" Target="../media/image-14-18.png"/><Relationship Id="rId36" Type="http://schemas.openxmlformats.org/officeDocument/2006/relationships/image" Target="../media/image-14-19.png"/><Relationship Id="rId38" Type="http://schemas.openxmlformats.org/officeDocument/2006/relationships/image" Target="../media/image-14-20.png"/><Relationship Id="rId40" Type="http://schemas.openxmlformats.org/officeDocument/2006/relationships/image" Target="../media/image-14-21.png"/><Relationship Id="rId42" Type="http://schemas.openxmlformats.org/officeDocument/2006/relationships/image" Target="../media/image-14-22.png"/><Relationship Id="rId44" Type="http://schemas.openxmlformats.org/officeDocument/2006/relationships/image" Target="../media/image-14-23.png"/><Relationship Id="rId46" Type="http://schemas.openxmlformats.org/officeDocument/2006/relationships/image" Target="../media/image-14-24.png"/><Relationship Id="rId48" Type="http://schemas.openxmlformats.org/officeDocument/2006/relationships/image" Target="../media/image-14-25.png"/><Relationship Id="rId50" Type="http://schemas.openxmlformats.org/officeDocument/2006/relationships/image" Target="../media/image-14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emcenter-africa.com/" TargetMode="External"/><Relationship Id="rId5" Type="http://schemas.openxmlformats.org/officeDocument/2006/relationships/hyperlink" Target="https://digikids.co.ke/" TargetMode="External"/><Relationship Id="rId7" Type="http://schemas.openxmlformats.org/officeDocument/2006/relationships/hyperlink" Target="https://evercaretraining.institute/" TargetMode="External"/><Relationship Id="rId9" Type="http://schemas.openxmlformats.org/officeDocument/2006/relationships/hyperlink" Target="https://creativity.rw/" TargetMode="External"/><Relationship Id="rId11" Type="http://schemas.openxmlformats.org/officeDocument/2006/relationships/hyperlink" Target="https://fundibots.org/" TargetMode="External"/><Relationship Id="rId13" Type="http://schemas.openxmlformats.org/officeDocument/2006/relationships/hyperlink" Target="https://robokids.africa/" TargetMode="External"/><Relationship Id="rId15" Type="http://schemas.openxmlformats.org/officeDocument/2006/relationships/hyperlink" Target="https://startupsmagazine.co.uk/article-joining-hands-deliver-education-south-africa" TargetMode="External"/><Relationship Id="rId17" Type="http://schemas.openxmlformats.org/officeDocument/2006/relationships/hyperlink" Target="https://inovtechsc.com/" TargetMode="External"/><Relationship Id="rId19" Type="http://schemas.openxmlformats.org/officeDocument/2006/relationships/hyperlink" Target="https://theafricanstemhub.com/" TargetMode="External"/><Relationship Id="rId21" Type="http://schemas.openxmlformats.org/officeDocument/2006/relationships/hyperlink" Target="https://www.globalgiving.org/projects/catch-them-young-project-stem-education/" TargetMode="External"/><Relationship Id="rId23" Type="http://schemas.openxmlformats.org/officeDocument/2006/relationships/hyperlink" Target="https://www.logitech.com/blog/2024/05/10/logitech-and-techlit-africa-partner-to-support-childrens-education/" TargetMode="External"/><Relationship Id="rId25" Type="http://schemas.openxmlformats.org/officeDocument/2006/relationships/hyperlink" Target="https://stemkidsnyc.org/" TargetMode="External"/><Relationship Id="rId27" Type="http://schemas.openxmlformats.org/officeDocument/2006/relationships/hyperlink" Target="https://maker-state.com/" TargetMode="External"/><Relationship Id="rId29" Type="http://schemas.openxmlformats.org/officeDocument/2006/relationships/hyperlink" Target="https://booleangirl.org/" TargetMode="External"/><Relationship Id="rId31" Type="http://schemas.openxmlformats.org/officeDocument/2006/relationships/hyperlink" Target="https://tokyostemschool.com/" TargetMode="External"/><Relationship Id="rId33" Type="http://schemas.openxmlformats.org/officeDocument/2006/relationships/hyperlink" Target="https://codeclub.org/" TargetMode="External"/><Relationship Id="rId35" Type="http://schemas.openxmlformats.org/officeDocument/2006/relationships/hyperlink" Target="https://coderdojo.com/" TargetMode="External"/><Relationship Id="rId37" Type="http://schemas.openxmlformats.org/officeDocument/2006/relationships/hyperlink" Target="https://girlswhocode.com/" TargetMode="External"/><Relationship Id="rId39" Type="http://schemas.openxmlformats.org/officeDocument/2006/relationships/hyperlink" Target="https://blackgirlscode.com/" TargetMode="External"/><Relationship Id="rId41" Type="http://schemas.openxmlformats.org/officeDocument/2006/relationships/hyperlink" Target="https://codeninjas.com/" TargetMode="External"/><Relationship Id="rId43" Type="http://schemas.openxmlformats.org/officeDocument/2006/relationships/hyperlink" Target="https://engineeringforkids.com/" TargetMode="External"/><Relationship Id="rId45" Type="http://schemas.openxmlformats.org/officeDocument/2006/relationships/hyperlink" Target="https://snapology.com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image" Target="../media/image-15-10.png"/><Relationship Id="rId20" Type="http://schemas.openxmlformats.org/officeDocument/2006/relationships/image" Target="../media/image-15-11.png"/><Relationship Id="rId22" Type="http://schemas.openxmlformats.org/officeDocument/2006/relationships/image" Target="../media/image-15-12.png"/><Relationship Id="rId24" Type="http://schemas.openxmlformats.org/officeDocument/2006/relationships/image" Target="../media/image-15-13.png"/><Relationship Id="rId26" Type="http://schemas.openxmlformats.org/officeDocument/2006/relationships/image" Target="../media/image-15-14.png"/><Relationship Id="rId28" Type="http://schemas.openxmlformats.org/officeDocument/2006/relationships/image" Target="../media/image-15-15.png"/><Relationship Id="rId30" Type="http://schemas.openxmlformats.org/officeDocument/2006/relationships/image" Target="../media/image-15-16.png"/><Relationship Id="rId32" Type="http://schemas.openxmlformats.org/officeDocument/2006/relationships/image" Target="../media/image-15-17.png"/><Relationship Id="rId34" Type="http://schemas.openxmlformats.org/officeDocument/2006/relationships/image" Target="../media/image-15-18.png"/><Relationship Id="rId36" Type="http://schemas.openxmlformats.org/officeDocument/2006/relationships/image" Target="../media/image-15-19.png"/><Relationship Id="rId38" Type="http://schemas.openxmlformats.org/officeDocument/2006/relationships/image" Target="../media/image-15-20.png"/><Relationship Id="rId40" Type="http://schemas.openxmlformats.org/officeDocument/2006/relationships/image" Target="../media/image-15-21.png"/><Relationship Id="rId42" Type="http://schemas.openxmlformats.org/officeDocument/2006/relationships/image" Target="../media/image-15-22.png"/><Relationship Id="rId44" Type="http://schemas.openxmlformats.org/officeDocument/2006/relationships/image" Target="../media/image-15-23.png"/><Relationship Id="rId46" Type="http://schemas.openxmlformats.org/officeDocument/2006/relationships/image" Target="../media/image-15-24.png"/><Relationship Id="rId48" Type="http://schemas.openxmlformats.org/officeDocument/2006/relationships/image" Target="../media/image-15-25.png"/><Relationship Id="rId50" Type="http://schemas.openxmlformats.org/officeDocument/2006/relationships/image" Target="../media/image-15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ricks4kidz.com/" TargetMode="External"/><Relationship Id="rId5" Type="http://schemas.openxmlformats.org/officeDocument/2006/relationships/hyperlink" Target="https://bgca.org/" TargetMode="External"/><Relationship Id="rId7" Type="http://schemas.openxmlformats.org/officeDocument/2006/relationships/hyperlink" Target="https://stemettes.org/" TargetMode="External"/><Relationship Id="rId9" Type="http://schemas.openxmlformats.org/officeDocument/2006/relationships/hyperlink" Target="https://firetechcamp.com/" TargetMode="External"/><Relationship Id="rId11" Type="http://schemas.openxmlformats.org/officeDocument/2006/relationships/hyperlink" Target="https://africacodeweek.org/" TargetMode="External"/><Relationship Id="rId13" Type="http://schemas.openxmlformats.org/officeDocument/2006/relationships/hyperlink" Target="https://technovation.org/" TargetMode="External"/><Relationship Id="rId15" Type="http://schemas.openxmlformats.org/officeDocument/2006/relationships/hyperlink" Target="https://firstlegoleague.org/" TargetMode="External"/><Relationship Id="rId17" Type="http://schemas.openxmlformats.org/officeDocument/2006/relationships/hyperlink" Target="https://wro-association.org/" TargetMode="External"/><Relationship Id="rId19" Type="http://schemas.openxmlformats.org/officeDocument/2006/relationships/hyperlink" Target="https://idtech.com/" TargetMode="External"/><Relationship Id="rId21" Type="http://schemas.openxmlformats.org/officeDocument/2006/relationships/hyperlink" Target="https://madscience.org/" TargetMode="External"/><Relationship Id="rId23" Type="http://schemas.openxmlformats.org/officeDocument/2006/relationships/hyperlink" Target="https://businessday.ng/" TargetMode="External"/><Relationship Id="rId25" Type="http://schemas.openxmlformats.org/officeDocument/2006/relationships/hyperlink" Target="https://sessionize.com/amanda-obidike" TargetMode="External"/><Relationship Id="rId27" Type="http://schemas.openxmlformats.org/officeDocument/2006/relationships/hyperlink" Target="https://resolutionproject.org/" TargetMode="External"/><Relationship Id="rId29" Type="http://schemas.openxmlformats.org/officeDocument/2006/relationships/hyperlink" Target="https://voaafrica.com/" TargetMode="External"/><Relationship Id="rId31" Type="http://schemas.openxmlformats.org/officeDocument/2006/relationships/hyperlink" Target="https://linkedin.com/in/vidabugri" TargetMode="External"/><Relationship Id="rId33" Type="http://schemas.openxmlformats.org/officeDocument/2006/relationships/hyperlink" Target="https://guardian.ng/" TargetMode="External"/><Relationship Id="rId35" Type="http://schemas.openxmlformats.org/officeDocument/2006/relationships/hyperlink" Target="https://awpnetwork.com/" TargetMode="External"/><Relationship Id="rId37" Type="http://schemas.openxmlformats.org/officeDocument/2006/relationships/hyperlink" Target="https://idealist.org/" TargetMode="External"/><Relationship Id="rId39" Type="http://schemas.openxmlformats.org/officeDocument/2006/relationships/hyperlink" Target="https://futureoflearning.ihub.co.ke/" TargetMode="External"/><Relationship Id="rId41" Type="http://schemas.openxmlformats.org/officeDocument/2006/relationships/hyperlink" Target="https://ghanaiantimes.com.gh/" TargetMode="External"/><Relationship Id="rId43" Type="http://schemas.openxmlformats.org/officeDocument/2006/relationships/hyperlink" Target="https://guardian.ng/" TargetMode="External"/><Relationship Id="rId45" Type="http://schemas.openxmlformats.org/officeDocument/2006/relationships/hyperlink" Target="https://africanscienceacademy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image" Target="../media/image-16-8.png"/><Relationship Id="rId16" Type="http://schemas.openxmlformats.org/officeDocument/2006/relationships/image" Target="../media/image-16-9.png"/><Relationship Id="rId18" Type="http://schemas.openxmlformats.org/officeDocument/2006/relationships/image" Target="../media/image-16-10.png"/><Relationship Id="rId20" Type="http://schemas.openxmlformats.org/officeDocument/2006/relationships/image" Target="../media/image-16-11.png"/><Relationship Id="rId22" Type="http://schemas.openxmlformats.org/officeDocument/2006/relationships/image" Target="../media/image-16-12.png"/><Relationship Id="rId24" Type="http://schemas.openxmlformats.org/officeDocument/2006/relationships/image" Target="../media/image-16-13.png"/><Relationship Id="rId26" Type="http://schemas.openxmlformats.org/officeDocument/2006/relationships/image" Target="../media/image-16-14.png"/><Relationship Id="rId28" Type="http://schemas.openxmlformats.org/officeDocument/2006/relationships/image" Target="../media/image-16-15.png"/><Relationship Id="rId30" Type="http://schemas.openxmlformats.org/officeDocument/2006/relationships/image" Target="../media/image-16-16.png"/><Relationship Id="rId32" Type="http://schemas.openxmlformats.org/officeDocument/2006/relationships/image" Target="../media/image-16-17.png"/><Relationship Id="rId34" Type="http://schemas.openxmlformats.org/officeDocument/2006/relationships/image" Target="../media/image-16-18.png"/><Relationship Id="rId36" Type="http://schemas.openxmlformats.org/officeDocument/2006/relationships/image" Target="../media/image-16-19.png"/><Relationship Id="rId38" Type="http://schemas.openxmlformats.org/officeDocument/2006/relationships/image" Target="../media/image-16-20.png"/><Relationship Id="rId40" Type="http://schemas.openxmlformats.org/officeDocument/2006/relationships/image" Target="../media/image-16-21.png"/><Relationship Id="rId42" Type="http://schemas.openxmlformats.org/officeDocument/2006/relationships/image" Target="../media/image-16-22.png"/><Relationship Id="rId44" Type="http://schemas.openxmlformats.org/officeDocument/2006/relationships/image" Target="../media/image-16-23.png"/><Relationship Id="rId46" Type="http://schemas.openxmlformats.org/officeDocument/2006/relationships/image" Target="../media/image-16-24.png"/><Relationship Id="rId48" Type="http://schemas.openxmlformats.org/officeDocument/2006/relationships/image" Target="../media/image-16-25.png"/><Relationship Id="rId50" Type="http://schemas.openxmlformats.org/officeDocument/2006/relationships/image" Target="../media/image-16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sinessghana.com/site/directory/primary-schools/24134/Montessori-School-Pedu" TargetMode="External"/><Relationship Id="rId5" Type="http://schemas.openxmlformats.org/officeDocument/2006/relationships/hyperlink" Target="https://www.ghanayello.com/category/schools/city:Cape_Coa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sites.google.com/view/myccmed/schools" TargetMode="External"/><Relationship Id="rId13" Type="http://schemas.openxmlformats.org/officeDocument/2006/relationships/hyperlink" Target="https://sites.google.com/view/myccmed/schools" TargetMode="External"/><Relationship Id="rId15" Type="http://schemas.openxmlformats.org/officeDocument/2006/relationships/hyperlink" Target="https://sites.google.com/view/myccmed/schools" TargetMode="External"/><Relationship Id="rId17" Type="http://schemas.openxmlformats.org/officeDocument/2006/relationships/hyperlink" Target="https://sites.google.com/view/myccmed/schools" TargetMode="External"/><Relationship Id="rId19" Type="http://schemas.openxmlformats.org/officeDocument/2006/relationships/hyperlink" Target="https://sites.google.com/view/myccmed/schools" TargetMode="External"/><Relationship Id="rId21" Type="http://schemas.openxmlformats.org/officeDocument/2006/relationships/hyperlink" Target="https://sites.google.com/view/myccmed/schools" TargetMode="External"/><Relationship Id="rId23" Type="http://schemas.openxmlformats.org/officeDocument/2006/relationships/hyperlink" Target="https://sites.google.com/view/myccmed/schools" TargetMode="External"/><Relationship Id="rId25" Type="http://schemas.openxmlformats.org/officeDocument/2006/relationships/hyperlink" Target="https://sites.google.com/view/myccmed/schools" TargetMode="External"/><Relationship Id="rId27" Type="http://schemas.openxmlformats.org/officeDocument/2006/relationships/hyperlink" Target="https://safarischool.edu.gh/" TargetMode="External"/><Relationship Id="rId29" Type="http://schemas.openxmlformats.org/officeDocument/2006/relationships/hyperlink" Target="https://www.doris.school/international-schools/ghana/accra/primary-schools" TargetMode="External"/><Relationship Id="rId31" Type="http://schemas.openxmlformats.org/officeDocument/2006/relationships/hyperlink" Target="https://www.doris.school/international-schools/ghana/accra/primary-schools" TargetMode="External"/><Relationship Id="rId33" Type="http://schemas.openxmlformats.org/officeDocument/2006/relationships/hyperlink" Target="https://www.doris.school/international-schools/ghana/accra/primary-schools" TargetMode="External"/><Relationship Id="rId35" Type="http://schemas.openxmlformats.org/officeDocument/2006/relationships/hyperlink" Target="https://en.wikipedia.org/wiki/Special:Search?search=Ghana%20International%20School" TargetMode="External"/><Relationship Id="rId37" Type="http://schemas.openxmlformats.org/officeDocument/2006/relationships/hyperlink" Target="https://www.doris.school/international-schools/ghana/accra/primary-schools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image" Target="../media/image-17-10.png"/><Relationship Id="rId20" Type="http://schemas.openxmlformats.org/officeDocument/2006/relationships/image" Target="../media/image-17-11.png"/><Relationship Id="rId22" Type="http://schemas.openxmlformats.org/officeDocument/2006/relationships/image" Target="../media/image-17-12.png"/><Relationship Id="rId24" Type="http://schemas.openxmlformats.org/officeDocument/2006/relationships/image" Target="../media/image-17-13.png"/><Relationship Id="rId26" Type="http://schemas.openxmlformats.org/officeDocument/2006/relationships/image" Target="../media/image-17-14.png"/><Relationship Id="rId28" Type="http://schemas.openxmlformats.org/officeDocument/2006/relationships/image" Target="../media/image-17-15.png"/><Relationship Id="rId30" Type="http://schemas.openxmlformats.org/officeDocument/2006/relationships/image" Target="../media/image-17-16.png"/><Relationship Id="rId32" Type="http://schemas.openxmlformats.org/officeDocument/2006/relationships/image" Target="../media/image-17-17.png"/><Relationship Id="rId34" Type="http://schemas.openxmlformats.org/officeDocument/2006/relationships/image" Target="../media/image-17-18.png"/><Relationship Id="rId36" Type="http://schemas.openxmlformats.org/officeDocument/2006/relationships/image" Target="../media/image-17-19.png"/><Relationship Id="rId38" Type="http://schemas.openxmlformats.org/officeDocument/2006/relationships/image" Target="../media/image-17-20.png"/><Relationship Id="rId40" Type="http://schemas.openxmlformats.org/officeDocument/2006/relationships/image" Target="../media/image-17-21.png"/><Relationship Id="rId42" Type="http://schemas.openxmlformats.org/officeDocument/2006/relationships/image" Target="../media/image-17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ia.gov.gh/wp-content/uploads/ACCREDITED-SCHOOLS-OFFERING-CAMBRIDGE-AND-IB-CURRICULA-IN-GHANA_PRESS-RELEASE_14OCT2021_0.pdf" TargetMode="External"/><Relationship Id="rId5" Type="http://schemas.openxmlformats.org/officeDocument/2006/relationships/hyperlink" Target="https://www.nasia.gov.gh/wp-content/uploads/ACCREDITED-SCHOOLS-OFFERING-CAMBRIDGE-AND-IB-CURRICULA-IN-GHANA_PRESS-RELEASE_14OCT2021_0.pdf" TargetMode="External"/><Relationship Id="rId7" Type="http://schemas.openxmlformats.org/officeDocument/2006/relationships/hyperlink" Target="https://en.wikipedia.org/wiki/Special:Search?search=Galaxy%20International%20School" TargetMode="External"/><Relationship Id="rId9" Type="http://schemas.openxmlformats.org/officeDocument/2006/relationships/hyperlink" Target="https://www.nasia.gov.gh/wp-content/uploads/ACCREDITED-SCHOOLS-OFFERING-CAMBRIDGE-AND-IB-CURRICULA-IN-GHANA_PRESS-RELEASE_14OCT2021_0.pdf" TargetMode="External"/><Relationship Id="rId11" Type="http://schemas.openxmlformats.org/officeDocument/2006/relationships/hyperlink" Target="https://www.nasia.gov.gh/wp-content/uploads/ACCREDITED-SCHOOLS-OFFERING-CAMBRIDGE-AND-IB-CURRICULA-IN-GHANA_PRESS-RELEASE_14OCT2021_0.pdf" TargetMode="External"/><Relationship Id="rId13" Type="http://schemas.openxmlformats.org/officeDocument/2006/relationships/hyperlink" Target="https://en.wikipedia.org/wiki/Special:Search?search=American%20International%20School%20of%20Accra" TargetMode="External"/><Relationship Id="rId15" Type="http://schemas.openxmlformats.org/officeDocument/2006/relationships/hyperlink" Target="https://www.ghanayello.com/category/schools/city:Cape_Coast" TargetMode="External"/><Relationship Id="rId17" Type="http://schemas.openxmlformats.org/officeDocument/2006/relationships/hyperlink" Target="https://www.ghanayello.com/category/schools/city:Cape_Coast" TargetMode="External"/><Relationship Id="rId19" Type="http://schemas.openxmlformats.org/officeDocument/2006/relationships/hyperlink" Target="https://www.ghanayello.com/category/schools/city:Cape_Coast" TargetMode="External"/><Relationship Id="rId21" Type="http://schemas.openxmlformats.org/officeDocument/2006/relationships/hyperlink" Target="https://www.ghanayello.com/category/schools/city:Cape_Coast" TargetMode="External"/><Relationship Id="rId23" Type="http://schemas.openxmlformats.org/officeDocument/2006/relationships/hyperlink" Target="https://www.ghanayello.com/category/schools/city:Cape_Coast" TargetMode="External"/><Relationship Id="rId25" Type="http://schemas.openxmlformats.org/officeDocument/2006/relationships/hyperlink" Target="https://www.ghanayello.com/category/schools/city:Cape_Coast" TargetMode="External"/><Relationship Id="rId27" Type="http://schemas.openxmlformats.org/officeDocument/2006/relationships/hyperlink" Target="https://www.ghanayello.com/category/schools/city:Cape_Coast" TargetMode="External"/><Relationship Id="rId29" Type="http://schemas.openxmlformats.org/officeDocument/2006/relationships/hyperlink" Target="https://en.wikipedia.org/wiki/List_of_schools_in_Ghana" TargetMode="External"/><Relationship Id="rId31" Type="http://schemas.openxmlformats.org/officeDocument/2006/relationships/hyperlink" Target="https://en.wikipedia.org/wiki/Special:Search?search=Takoradi%20International%20School" TargetMode="External"/><Relationship Id="rId33" Type="http://schemas.openxmlformats.org/officeDocument/2006/relationships/hyperlink" Target="https://www.britishcouncil.org.gh/exam/igcse-school/british-council-partner-schools/partner-schools-list" TargetMode="External"/><Relationship Id="rId35" Type="http://schemas.openxmlformats.org/officeDocument/2006/relationships/hyperlink" Target="https://www.britishcouncil.org.gh/exam/igcse-school/british-council-partner-schools/partner-schools-list" TargetMode="External"/><Relationship Id="rId37" Type="http://schemas.openxmlformats.org/officeDocument/2006/relationships/hyperlink" Target="https://www.britishcouncil.org.gh/exam/igcse-school/british-council-partner-schools/partner-schools-list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image" Target="../media/image-18-10.png"/><Relationship Id="rId20" Type="http://schemas.openxmlformats.org/officeDocument/2006/relationships/image" Target="../media/image-18-11.png"/><Relationship Id="rId22" Type="http://schemas.openxmlformats.org/officeDocument/2006/relationships/image" Target="../media/image-18-12.png"/><Relationship Id="rId24" Type="http://schemas.openxmlformats.org/officeDocument/2006/relationships/image" Target="../media/image-18-13.png"/><Relationship Id="rId26" Type="http://schemas.openxmlformats.org/officeDocument/2006/relationships/image" Target="../media/image-18-14.png"/><Relationship Id="rId28" Type="http://schemas.openxmlformats.org/officeDocument/2006/relationships/image" Target="../media/image-18-15.png"/><Relationship Id="rId30" Type="http://schemas.openxmlformats.org/officeDocument/2006/relationships/image" Target="../media/image-18-16.png"/><Relationship Id="rId32" Type="http://schemas.openxmlformats.org/officeDocument/2006/relationships/image" Target="../media/image-18-17.png"/><Relationship Id="rId34" Type="http://schemas.openxmlformats.org/officeDocument/2006/relationships/image" Target="../media/image-18-18.png"/><Relationship Id="rId36" Type="http://schemas.openxmlformats.org/officeDocument/2006/relationships/image" Target="../media/image-18-19.png"/><Relationship Id="rId38" Type="http://schemas.openxmlformats.org/officeDocument/2006/relationships/image" Target="../media/image-18-20.png"/><Relationship Id="rId40" Type="http://schemas.openxmlformats.org/officeDocument/2006/relationships/image" Target="../media/image-18-21.png"/><Relationship Id="rId42" Type="http://schemas.openxmlformats.org/officeDocument/2006/relationships/image" Target="../media/image-18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ishcouncil.org.gh/exam/igcse-school/british-council-partner-schools/partner-schools-list" TargetMode="External"/><Relationship Id="rId5" Type="http://schemas.openxmlformats.org/officeDocument/2006/relationships/hyperlink" Target="https://www.britishcouncil.org.gh/exam/igcse-school/british-council-partner-schools/partner-schools-li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brookhouse.ac.ke/" TargetMode="External"/><Relationship Id="rId13" Type="http://schemas.openxmlformats.org/officeDocument/2006/relationships/hyperlink" Target="https://www.doris.school/international-schools/ghana/accra/primary-schools" TargetMode="External"/><Relationship Id="rId15" Type="http://schemas.openxmlformats.org/officeDocument/2006/relationships/hyperlink" Target="https://www.doris.school/international-schools/ghana/accra/primary-schools" TargetMode="External"/><Relationship Id="rId17" Type="http://schemas.openxmlformats.org/officeDocument/2006/relationships/hyperlink" Target="https://www.doris.school/international-schools/ghana/accra/primary-schools" TargetMode="External"/><Relationship Id="rId19" Type="http://schemas.openxmlformats.org/officeDocument/2006/relationships/hyperlink" Target="https://www.doris.school/international-schools/ghana/accra/primary-schools" TargetMode="External"/><Relationship Id="rId21" Type="http://schemas.openxmlformats.org/officeDocument/2006/relationships/hyperlink" Target="https://www.doris.school/international-schools/ghana/accra/primary-schools" TargetMode="External"/><Relationship Id="rId23" Type="http://schemas.openxmlformats.org/officeDocument/2006/relationships/hyperlink" Target="https://www.doris.school/international-schools/ghana/accra/primary-schools" TargetMode="External"/><Relationship Id="rId25" Type="http://schemas.openxmlformats.org/officeDocument/2006/relationships/hyperlink" Target="https://en.wikipedia.org/wiki/Special:Search?search=Kampala%20International%20School%20Uganda" TargetMode="External"/><Relationship Id="rId27" Type="http://schemas.openxmlformats.org/officeDocument/2006/relationships/hyperlink" Target="https://international-schools-database.com/" TargetMode="External"/><Relationship Id="rId29" Type="http://schemas.openxmlformats.org/officeDocument/2006/relationships/hyperlink" Target="https://international-schools-database.com/" TargetMode="External"/><Relationship Id="rId31" Type="http://schemas.openxmlformats.org/officeDocument/2006/relationships/hyperlink" Target="https://en.wikipedia.org/wiki/Special:Search?search=British%20International%20School%20Lagos" TargetMode="External"/><Relationship Id="rId33" Type="http://schemas.openxmlformats.org/officeDocument/2006/relationships/hyperlink" Target="https://charterhouselagos.com/" TargetMode="External"/><Relationship Id="rId35" Type="http://schemas.openxmlformats.org/officeDocument/2006/relationships/hyperlink" Target="https://en.wikipedia.org/wiki/Special:Search?search=International%20School%20of%20Kigali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image" Target="../media/image-19-10.png"/><Relationship Id="rId20" Type="http://schemas.openxmlformats.org/officeDocument/2006/relationships/image" Target="../media/image-19-11.png"/><Relationship Id="rId22" Type="http://schemas.openxmlformats.org/officeDocument/2006/relationships/image" Target="../media/image-19-12.png"/><Relationship Id="rId24" Type="http://schemas.openxmlformats.org/officeDocument/2006/relationships/image" Target="../media/image-19-13.png"/><Relationship Id="rId26" Type="http://schemas.openxmlformats.org/officeDocument/2006/relationships/image" Target="../media/image-19-14.png"/><Relationship Id="rId28" Type="http://schemas.openxmlformats.org/officeDocument/2006/relationships/image" Target="../media/image-19-15.png"/><Relationship Id="rId30" Type="http://schemas.openxmlformats.org/officeDocument/2006/relationships/image" Target="../media/image-19-16.png"/><Relationship Id="rId32" Type="http://schemas.openxmlformats.org/officeDocument/2006/relationships/image" Target="../media/image-19-17.png"/><Relationship Id="rId34" Type="http://schemas.openxmlformats.org/officeDocument/2006/relationships/image" Target="../media/image-19-18.png"/><Relationship Id="rId36" Type="http://schemas.openxmlformats.org/officeDocument/2006/relationships/image" Target="../media/image-19-19.png"/><Relationship Id="rId38" Type="http://schemas.openxmlformats.org/officeDocument/2006/relationships/image" Target="../media/image-19-20.png"/><Relationship Id="rId40" Type="http://schemas.openxmlformats.org/officeDocument/2006/relationships/image" Target="../media/image-19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ship.mtn.com.gh/" TargetMode="External"/><Relationship Id="rId5" Type="http://schemas.openxmlformats.org/officeDocument/2006/relationships/hyperlink" Target="https://telecel.com.gh/foundation" TargetMode="External"/><Relationship Id="rId7" Type="http://schemas.openxmlformats.org/officeDocument/2006/relationships/hyperlink" Target="https://goldfields-ghana.com/" TargetMode="External"/><Relationship Id="rId9" Type="http://schemas.openxmlformats.org/officeDocument/2006/relationships/hyperlink" Target="https://www.google.com/search?q=Ecobank+Ghana+Code+Club+AI" TargetMode="External"/><Relationship Id="rId11" Type="http://schemas.openxmlformats.org/officeDocument/2006/relationships/hyperlink" Target="https://www.ghanaweb.com/GhanaHomePage/NewsArchive/MoE-Karpowership-Ghana-champions-STEM-education-for-young-girls-1971303" TargetMode="External"/><Relationship Id="rId13" Type="http://schemas.openxmlformats.org/officeDocument/2006/relationships/hyperlink" Target="https://www.globalgiving.org/projects/females-in-tech-initiative-femiti/" TargetMode="External"/><Relationship Id="rId15" Type="http://schemas.openxmlformats.org/officeDocument/2006/relationships/hyperlink" Target="https://en.wikipedia.org/wiki/Special:Search?search=Elsie%20Effah%20Kaufmann%20Foundation" TargetMode="External"/><Relationship Id="rId17" Type="http://schemas.openxmlformats.org/officeDocument/2006/relationships/hyperlink" Target="https://globalpartnership.org/" TargetMode="External"/><Relationship Id="rId19" Type="http://schemas.openxmlformats.org/officeDocument/2006/relationships/hyperlink" Target="https://worldbank.org/" TargetMode="External"/><Relationship Id="rId21" Type="http://schemas.openxmlformats.org/officeDocument/2006/relationships/hyperlink" Target="https://www.citinewsroom.com/2025/05/ghana-secures-80m-education-boost-through-landmark-partnership-with-scale-consortium/" TargetMode="External"/><Relationship Id="rId23" Type="http://schemas.openxmlformats.org/officeDocument/2006/relationships/hyperlink" Target="https://mastercardfdn.org/" TargetMode="External"/><Relationship Id="rId25" Type="http://schemas.openxmlformats.org/officeDocument/2006/relationships/hyperlink" Target="https://essa-africa.org/partners" TargetMode="External"/><Relationship Id="rId27" Type="http://schemas.openxmlformats.org/officeDocument/2006/relationships/hyperlink" Target="https://essa-africa.org/partners" TargetMode="External"/><Relationship Id="rId29" Type="http://schemas.openxmlformats.org/officeDocument/2006/relationships/hyperlink" Target="https://www.instrumentl.com/browse-grants/africa/stem-education-grants" TargetMode="External"/><Relationship Id="rId31" Type="http://schemas.openxmlformats.org/officeDocument/2006/relationships/hyperlink" Target="https://essa-africa.org/" TargetMode="External"/><Relationship Id="rId33" Type="http://schemas.openxmlformats.org/officeDocument/2006/relationships/hyperlink" Target="https://news.microsoft.com/source/emea/2026/03/education-plus-and-microsoft-launch-empower-an-ai-digital-skills-platform-for-young-people-across-africa/" TargetMode="External"/><Relationship Id="rId35" Type="http://schemas.openxmlformats.org/officeDocument/2006/relationships/hyperlink" Target="https://logitech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image" Target="../media/image-20-10.png"/><Relationship Id="rId20" Type="http://schemas.openxmlformats.org/officeDocument/2006/relationships/image" Target="../media/image-20-11.png"/><Relationship Id="rId22" Type="http://schemas.openxmlformats.org/officeDocument/2006/relationships/image" Target="../media/image-20-12.png"/><Relationship Id="rId24" Type="http://schemas.openxmlformats.org/officeDocument/2006/relationships/image" Target="../media/image-20-13.png"/><Relationship Id="rId26" Type="http://schemas.openxmlformats.org/officeDocument/2006/relationships/image" Target="../media/image-20-14.png"/><Relationship Id="rId28" Type="http://schemas.openxmlformats.org/officeDocument/2006/relationships/image" Target="../media/image-20-15.png"/><Relationship Id="rId30" Type="http://schemas.openxmlformats.org/officeDocument/2006/relationships/image" Target="../media/image-20-16.png"/><Relationship Id="rId32" Type="http://schemas.openxmlformats.org/officeDocument/2006/relationships/image" Target="../media/image-20-17.png"/><Relationship Id="rId34" Type="http://schemas.openxmlformats.org/officeDocument/2006/relationships/image" Target="../media/image-20-18.png"/><Relationship Id="rId36" Type="http://schemas.openxmlformats.org/officeDocument/2006/relationships/image" Target="../media/image-20-19.png"/><Relationship Id="rId38" Type="http://schemas.openxmlformats.org/officeDocument/2006/relationships/image" Target="../media/image-20-20.png"/><Relationship Id="rId40" Type="http://schemas.openxmlformats.org/officeDocument/2006/relationships/image" Target="../media/image-20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santeafrica.org/" TargetMode="External"/><Relationship Id="rId5" Type="http://schemas.openxmlformats.org/officeDocument/2006/relationships/hyperlink" Target="https://digitalskillsafrica.org/" TargetMode="External"/><Relationship Id="rId7" Type="http://schemas.openxmlformats.org/officeDocument/2006/relationships/hyperlink" Target="https://bstemghana.com/" TargetMode="External"/><Relationship Id="rId9" Type="http://schemas.openxmlformats.org/officeDocument/2006/relationships/hyperlink" Target="https://learningthroughplay.com/" TargetMode="External"/><Relationship Id="rId11" Type="http://schemas.openxmlformats.org/officeDocument/2006/relationships/hyperlink" Target="https://oakfnd.org/" TargetMode="External"/><Relationship Id="rId13" Type="http://schemas.openxmlformats.org/officeDocument/2006/relationships/hyperlink" Target="https://gatesfoundation.org/" TargetMode="External"/><Relationship Id="rId15" Type="http://schemas.openxmlformats.org/officeDocument/2006/relationships/hyperlink" Target="https://hewlett.org/" TargetMode="External"/><Relationship Id="rId17" Type="http://schemas.openxmlformats.org/officeDocument/2006/relationships/hyperlink" Target="https://imaginablefutures.com/" TargetMode="External"/><Relationship Id="rId19" Type="http://schemas.openxmlformats.org/officeDocument/2006/relationships/hyperlink" Target="https://fordfoundation.org/" TargetMode="External"/><Relationship Id="rId21" Type="http://schemas.openxmlformats.org/officeDocument/2006/relationships/hyperlink" Target="https://unicef.org/ghana" TargetMode="External"/><Relationship Id="rId23" Type="http://schemas.openxmlformats.org/officeDocument/2006/relationships/hyperlink" Target="https://gov.uk/fcdo" TargetMode="External"/><Relationship Id="rId25" Type="http://schemas.openxmlformats.org/officeDocument/2006/relationships/hyperlink" Target="https://international.gc.ca/" TargetMode="External"/><Relationship Id="rId27" Type="http://schemas.openxmlformats.org/officeDocument/2006/relationships/hyperlink" Target="https://koica.go.kr/" TargetMode="External"/><Relationship Id="rId29" Type="http://schemas.openxmlformats.org/officeDocument/2006/relationships/hyperlink" Target="https://jica.go.jp/" TargetMode="External"/><Relationship Id="rId31" Type="http://schemas.openxmlformats.org/officeDocument/2006/relationships/hyperlink" Target="https://giz.de/" TargetMode="External"/><Relationship Id="rId33" Type="http://schemas.openxmlformats.org/officeDocument/2006/relationships/hyperlink" Target="https://google.org/" TargetMode="External"/><Relationship Id="rId35" Type="http://schemas.openxmlformats.org/officeDocument/2006/relationships/hyperlink" Target="https://about.meta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image" Target="../media/image-21-14.png"/><Relationship Id="rId28" Type="http://schemas.openxmlformats.org/officeDocument/2006/relationships/image" Target="../media/image-21-15.png"/><Relationship Id="rId30" Type="http://schemas.openxmlformats.org/officeDocument/2006/relationships/image" Target="../media/image-21-16.png"/><Relationship Id="rId32" Type="http://schemas.openxmlformats.org/officeDocument/2006/relationships/image" Target="../media/image-21-17.png"/><Relationship Id="rId34" Type="http://schemas.openxmlformats.org/officeDocument/2006/relationships/image" Target="../media/image-21-18.png"/><Relationship Id="rId36" Type="http://schemas.openxmlformats.org/officeDocument/2006/relationships/image" Target="../media/image-21-19.png"/><Relationship Id="rId38" Type="http://schemas.openxmlformats.org/officeDocument/2006/relationships/image" Target="../media/image-21-20.png"/><Relationship Id="rId40" Type="http://schemas.openxmlformats.org/officeDocument/2006/relationships/image" Target="../media/image-21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awei.com/" TargetMode="External"/><Relationship Id="rId5" Type="http://schemas.openxmlformats.org/officeDocument/2006/relationships/hyperlink" Target="https://samsung.com/" TargetMode="External"/><Relationship Id="rId7" Type="http://schemas.openxmlformats.org/officeDocument/2006/relationships/hyperlink" Target="https://arm.com/resources/education" TargetMode="External"/><Relationship Id="rId9" Type="http://schemas.openxmlformats.org/officeDocument/2006/relationships/hyperlink" Target="https://netacad.com/" TargetMode="External"/><Relationship Id="rId11" Type="http://schemas.openxmlformats.org/officeDocument/2006/relationships/hyperlink" Target="https://fondationorange.com/" TargetMode="External"/><Relationship Id="rId13" Type="http://schemas.openxmlformats.org/officeDocument/2006/relationships/hyperlink" Target="https://vodafone.com/foundation" TargetMode="External"/><Relationship Id="rId15" Type="http://schemas.openxmlformats.org/officeDocument/2006/relationships/hyperlink" Target="https://airtel.africa/" TargetMode="External"/><Relationship Id="rId17" Type="http://schemas.openxmlformats.org/officeDocument/2006/relationships/hyperlink" Target="https://newmont.com/" TargetMode="External"/><Relationship Id="rId19" Type="http://schemas.openxmlformats.org/officeDocument/2006/relationships/hyperlink" Target="https://anglogoldashanti.com/" TargetMode="External"/><Relationship Id="rId21" Type="http://schemas.openxmlformats.org/officeDocument/2006/relationships/hyperlink" Target="https://kosmosenergy.com/" TargetMode="External"/><Relationship Id="rId23" Type="http://schemas.openxmlformats.org/officeDocument/2006/relationships/hyperlink" Target="https://tullowoil.com/" TargetMode="External"/><Relationship Id="rId25" Type="http://schemas.openxmlformats.org/officeDocument/2006/relationships/hyperlink" Target="https://gnpcghana.com/" TargetMode="External"/><Relationship Id="rId27" Type="http://schemas.openxmlformats.org/officeDocument/2006/relationships/hyperlink" Target="https://absa.com.gh/" TargetMode="External"/><Relationship Id="rId29" Type="http://schemas.openxmlformats.org/officeDocument/2006/relationships/hyperlink" Target="https://stanbicbank.com.gh/" TargetMode="External"/><Relationship Id="rId31" Type="http://schemas.openxmlformats.org/officeDocument/2006/relationships/hyperlink" Target="https://gcbbank.com.gh/" TargetMode="External"/><Relationship Id="rId33" Type="http://schemas.openxmlformats.org/officeDocument/2006/relationships/hyperlink" Target="https://fidelitybank.com.gh/" TargetMode="External"/><Relationship Id="rId35" Type="http://schemas.openxmlformats.org/officeDocument/2006/relationships/hyperlink" Target="https://raspberrypi.org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image" Target="../media/image-22-7.png"/><Relationship Id="rId14" Type="http://schemas.openxmlformats.org/officeDocument/2006/relationships/image" Target="../media/image-22-8.png"/><Relationship Id="rId16" Type="http://schemas.openxmlformats.org/officeDocument/2006/relationships/image" Target="../media/image-22-9.png"/><Relationship Id="rId18" Type="http://schemas.openxmlformats.org/officeDocument/2006/relationships/image" Target="../media/image-22-10.png"/><Relationship Id="rId20" Type="http://schemas.openxmlformats.org/officeDocument/2006/relationships/image" Target="../media/image-22-11.png"/><Relationship Id="rId22" Type="http://schemas.openxmlformats.org/officeDocument/2006/relationships/image" Target="../media/image-22-12.png"/><Relationship Id="rId24" Type="http://schemas.openxmlformats.org/officeDocument/2006/relationships/image" Target="../media/image-22-13.png"/><Relationship Id="rId26" Type="http://schemas.openxmlformats.org/officeDocument/2006/relationships/image" Target="../media/image-22-14.png"/><Relationship Id="rId28" Type="http://schemas.openxmlformats.org/officeDocument/2006/relationships/image" Target="../media/image-22-15.png"/><Relationship Id="rId30" Type="http://schemas.openxmlformats.org/officeDocument/2006/relationships/image" Target="../media/image-22-16.png"/><Relationship Id="rId32" Type="http://schemas.openxmlformats.org/officeDocument/2006/relationships/image" Target="../media/image-22-17.png"/><Relationship Id="rId34" Type="http://schemas.openxmlformats.org/officeDocument/2006/relationships/image" Target="../media/image-22-18.png"/><Relationship Id="rId36" Type="http://schemas.openxmlformats.org/officeDocument/2006/relationships/image" Target="../media/image-22-19.png"/><Relationship Id="rId38" Type="http://schemas.openxmlformats.org/officeDocument/2006/relationships/image" Target="../media/image-22-20.png"/><Relationship Id="rId40" Type="http://schemas.openxmlformats.org/officeDocument/2006/relationships/image" Target="../media/image-22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image" Target="../media/image-39-5.png"/><Relationship Id="rId10" Type="http://schemas.openxmlformats.org/officeDocument/2006/relationships/image" Target="../media/image-39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63341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6198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thesmartribe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8578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oastedcode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715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infinitystem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borgenproject.org/stem-education-in-ghan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810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facebook.com/mycodersacademy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10966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africatechschools.com/country/ghana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995362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africatechschools.com/country/ghana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99536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oogle.com/search?q=WiSTEM+Ghana+girls+camp+KNU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048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modernghana.com/news/1357101/tamale-pamepi-women-in-tech-ghana-inspires-young.html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71538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africatechschools.com/country/ghan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95362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temforallgh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Special:Search?search=Elsie%20Effah%20Kaufmann%20Foundation%20%28STEM%20Code%29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57213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9jacodekids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24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imaginestemacademy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8810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ealityacademy.com.n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9191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stemcenterng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14363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kidsandtech.com.n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61987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mputertrainingschoolnigeria.com.ng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1285875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digitoto.co.ke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447675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emimpactcenterkenya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919162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temcenter-africa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73342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kids.co.ke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476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vercaretraining.institut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8239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reativity.rw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000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undibot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447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robokids.afric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490537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tartupsmagazine.co.uk/article-joining-hands-deliver-education-south-africa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023937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novtechsc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50958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theafricanstemhub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81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lobalgiving.org/projects/catch-them-young-project-stem-education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3820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logitech.com/blog/2024/05/10/logitech-and-techlit-africa-partner-to-support-childrens-education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temkidsnyc.org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4292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maker-stat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booleangirl.org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095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tokyostemschool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72390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odeclub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4286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dojo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9530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rlswhocode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04837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blackgirlscode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3341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deninjas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51435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engineeringforkids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785813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napology.com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500063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bricks4kidz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3340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bg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29051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stemette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4524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iretechcamp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905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africacodeweek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64293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technov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619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firstlegoleagu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2388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ro-association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524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idtech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3619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madscience.org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1911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businessday.n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8581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essionize.com/amanda-obidike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10572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resolutionproject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76312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aafrica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7048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linkedin.com/in/vidabugri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8572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uardian.n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81038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wpnetwork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814388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idealist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3341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futureoflearning.ihub.co.ke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895350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hanaiantimes.com.gh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995362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uardian.ng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681038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africanscienceacademy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885825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usinessghana.com/site/directory/primary-schools/24134/Montessori-School-P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9191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7905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sites.google.com/view/myccmed/school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828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sites.google.com/view/myccmed/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286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ites.google.com/view/myccmed/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8286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sites.google.com/view/myccmed/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8286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sites.google.com/view/myccmed/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8286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ites.google.com/view/myccmed/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286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sites.google.com/view/myccmed/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28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ites.google.com/view/myccmed/school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8286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afarischool.edu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642938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67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6667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Ghana%20International%20School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66750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52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552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n.wikipedia.org/wiki/Special:Search?search=Galaxy%20International%20School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572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52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en.wikipedia.org/wiki/Special:Search?search=American%20International%20School%20of%20Accr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572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7905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905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905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905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905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7905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790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List_of_schools_in_Ghana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3820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Takoradi%20International%20School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105727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105727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1057275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10572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10572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brookhouse.ac.ke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8102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6675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667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667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667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667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n.wikipedia.org/wiki/Special:Search?search=Kampala%20International%20School%20Uganda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57213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international-schools-databas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1171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international-schools-database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11715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British%20International%20School%20Lago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harterhouselagos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7715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International%20School%20of%20Kigali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cholarship.mtn.com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8286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telecel.com.gh/foundatio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8667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oldfields-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143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oogle.com/search?q=Ecobank+Ghana+Code+Club+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572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ghanaweb.com/GhanaHomePage/NewsArchive/MoE-Karpowership-Ghana-champions-STEM-education-for-young-girls-1971303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47712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globalgiving.org/projects/females-in-tech-initiative-femiti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3820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en.wikipedia.org/wiki/Special:Search?search=Elsie%20Effah%20Kaufmann%20Foundation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557213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lobalpartnership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1913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orldbank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4857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citinewsroom.com/2025/05/ghana-secures-80m-education-boost-through-landmark-partnership-with-scale-consortiu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5248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mastercardfdn.or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1436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ssa-africa.org/partner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048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essa-africa.org/partners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048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instrumentl.com/browse-grants/africa/stem-education-grant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0962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ssa-africa.org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4810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s.microsoft.com/source/emea/2026/03/education-plus-and-microsoft-launch-empower-an-ai-digital-skills-platform-for-young-people-across-africa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logitech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238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asanteafrica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2863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talskillsafri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81038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bstem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7150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learningthroughplay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833437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oakfnd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3619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atesfound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715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hewlett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7623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maginablefutures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6200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fordfoundation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3341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unicef.org/ghana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667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ov.uk/fcdo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39052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international.gc.c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604837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koica.go.kr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3619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jica.go.jp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2952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z.de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19526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oogle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3619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bout.meta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3816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huawei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4000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samsung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61962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arm.com/resources/educatio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995362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netacad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191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ondationorange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143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vodafone.com/foundatio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62012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airtel.africa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6671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newmont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4762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anglogoldashanti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3342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kosmosenergy.co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429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tullowoil.com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447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npcghana.com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28638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absa.com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41910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stanbicbank.com.gh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19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cbbank.com.gh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47687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fidelitybank.com.gh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524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raspberrypi.or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1435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2026-10-12T03:44:52Z</dcterms:created>
  <dcterms:modified xsi:type="dcterms:W3CDTF">2026-10-12T03:44:52Z</dcterms:modified>
</cp:coreProperties>
</file>