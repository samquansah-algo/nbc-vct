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/tree/main/weekly-tactics/03-persona-ads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NBC_Thesis_and_Strategy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1-market-research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thesis/NBC_Thesis_and_Strategy_v5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image" Target="../media/image-8-3.png"/><Relationship Id="rId6" Type="http://schemas.openxmlformats.org/officeDocument/2006/relationships/image" Target="../media/image-8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SCRIPT.md" TargetMode="External"/><Relationship Id="rId5" Type="http://schemas.openxmlformats.org/officeDocument/2006/relationships/hyperlink" Target="https://github.com/samquansah-algo/nbc-vct/blob/main/marketing/MARKETING_STRATEGY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image" Target="../media/image-10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3-persona-ads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3-persona-ads/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image" Target="../media/image-1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programmes.html" TargetMode="External"/><Relationship Id="rId5" Type="http://schemas.openxmlformats.org/officeDocument/2006/relationships/hyperlink" Target="https://github.com/samquansah-algo/nbc-vct/blob/main/weekly-tactics/03-persona-ads/ads/A1.png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image" Target="../media/image-15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programmes.html" TargetMode="External"/><Relationship Id="rId5" Type="http://schemas.openxmlformats.org/officeDocument/2006/relationships/hyperlink" Target="https://github.com/samquansah-algo/nbc-vct/blob/main/weekly-tactics/03-persona-ads/ads/A2.png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image" Target="../media/image-16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educators.html" TargetMode="External"/><Relationship Id="rId5" Type="http://schemas.openxmlformats.org/officeDocument/2006/relationships/hyperlink" Target="https://github.com/samquansah-algo/nbc-vct/blob/main/weekly-tactics/03-persona-ads/ads/A3.png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image" Target="../media/image-17-3.png"/><Relationship Id="rId6" Type="http://schemas.openxmlformats.org/officeDocument/2006/relationships/image" Target="../media/image-17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families.html" TargetMode="External"/><Relationship Id="rId5" Type="http://schemas.openxmlformats.org/officeDocument/2006/relationships/hyperlink" Target="https://github.com/samquansah-algo/nbc-vct/blob/main/weekly-tactics/03-persona-ads/ads/A4.png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image" Target="../media/image-18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sponsors.html" TargetMode="External"/><Relationship Id="rId5" Type="http://schemas.openxmlformats.org/officeDocument/2006/relationships/hyperlink" Target="https://github.com/samquansah-algo/nbc-vct/blob/main/weekly-tactics/03-persona-ads/ads/A5.png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image" Target="../media/image-1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programmes.html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educators.html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families.html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landing-pages/sponsors.html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image" Target="../media/image-2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#results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image" Target="../media/image-3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image" Target="../media/image-3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WEEKLY_DECISION_RECORD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image" Target="../media/image-3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CAMPAIGN_PLAN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image" Target="../media/image-3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4" Type="http://schemas.openxmlformats.org/officeDocument/2006/relationships/image" Target="../media/image-3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brand/motion/" TargetMode="External"/><Relationship Id="rId5" Type="http://schemas.openxmlformats.org/officeDocument/2006/relationships/hyperlink" Target="https://github.com/samquansah-algo/nbc-vct/tree/main/brand/motion/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4" Type="http://schemas.openxmlformats.org/officeDocument/2006/relationships/image" Target="../media/image-37-3.png"/><Relationship Id="rId6" Type="http://schemas.openxmlformats.org/officeDocument/2006/relationships/image" Target="../media/image-37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NBC_Thesis_and_Strategy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4" Type="http://schemas.openxmlformats.org/officeDocument/2006/relationships/image" Target="../media/image-3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4" Type="http://schemas.openxmlformats.org/officeDocument/2006/relationships/image" Target="../media/image-3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4" Type="http://schemas.openxmlformats.org/officeDocument/2006/relationships/image" Target="../media/image-4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mailto:samquansah@gse.harvard.edu" TargetMode="External"/><Relationship Id="rId5" Type="http://schemas.openxmlformats.org/officeDocument/2006/relationships/hyperlink" Target="mailto:samquans@mit.edu" TargetMode="External"/><Relationship Id="rId7" Type="http://schemas.openxmlformats.org/officeDocument/2006/relationships/hyperlink" Target="https://github.com/samquansah-algo/nbc-vct/tree/main/weekly-tactics/03-persona-ads/" TargetMode="External"/><Relationship Id="rId9" Type="http://schemas.openxmlformats.org/officeDocument/2006/relationships/hyperlink" Target="https://github.com/samquansah-algo/nbc-vct/blob/main/brand/NBC_Brand_Guide.pdf" TargetMode="External"/><Relationship Id="rId11" Type="http://schemas.openxmlformats.org/officeDocument/2006/relationships/hyperlink" Target="https://github.com/samquansah-algo/nbc-vct/tree/main/brand/motion/" TargetMode="External"/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4" Type="http://schemas.openxmlformats.org/officeDocument/2006/relationships/image" Target="../media/image-41-3.png"/><Relationship Id="rId6" Type="http://schemas.openxmlformats.org/officeDocument/2006/relationships/image" Target="../media/image-41-4.png"/><Relationship Id="rId8" Type="http://schemas.openxmlformats.org/officeDocument/2006/relationships/image" Target="../media/image-41-5.png"/><Relationship Id="rId10" Type="http://schemas.openxmlformats.org/officeDocument/2006/relationships/image" Target="../media/image-41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429125"/>
            <a:ext cx="1104900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3-persona-ad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975" y="4429125"/>
            <a:ext cx="1414463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569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06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1-market-research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025" y="4824412"/>
            <a:ext cx="676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02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1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4824412"/>
            <a:ext cx="3905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337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1525" y="4824412"/>
            <a:ext cx="1057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07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1525" y="4824412"/>
            <a:ext cx="1057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07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350" y="4824412"/>
            <a:ext cx="3905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357188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68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1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1019" y="4824412"/>
            <a:ext cx="6381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MARKETING_STRATEGY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1106" y="4824412"/>
            <a:ext cx="7905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359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3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3-persona-ad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075" y="4824412"/>
            <a:ext cx="59055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53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3-persona-ad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075" y="4824412"/>
            <a:ext cx="59055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53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3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programme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25" y="2682925"/>
            <a:ext cx="9239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3-persona-ads/ads/A1.png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431" y="4824412"/>
            <a:ext cx="223838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01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programme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25" y="2682925"/>
            <a:ext cx="9239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3-persona-ads/ads/A2.png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431" y="4824412"/>
            <a:ext cx="223838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01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educato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25" y="2682925"/>
            <a:ext cx="7715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3-persona-ads/ads/A3.png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431" y="4824412"/>
            <a:ext cx="223838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01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familie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25" y="2682925"/>
            <a:ext cx="666750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3-persona-ads/ads/A4.png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431" y="4824412"/>
            <a:ext cx="223838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01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sponso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325" y="2682925"/>
            <a:ext cx="733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3-persona-ads/ads/A5.png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431" y="4824412"/>
            <a:ext cx="223838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01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3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programme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0112" y="4824412"/>
            <a:ext cx="7524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45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educato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025" y="4824412"/>
            <a:ext cx="62865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25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familie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888" y="4824412"/>
            <a:ext cx="5429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97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landing-pages/sponsors.html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694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59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3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4419" y="4824412"/>
            <a:ext cx="423862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019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4419" y="4824412"/>
            <a:ext cx="423862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019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4419" y="4824412"/>
            <a:ext cx="423862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0194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3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#results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038" y="4824412"/>
            <a:ext cx="4286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25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694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59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025" y="4824412"/>
            <a:ext cx="62865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25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3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CAMPAIGN_PLAN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694" y="4824412"/>
            <a:ext cx="5953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59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1088" y="4824412"/>
            <a:ext cx="3905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35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3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brand/motion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1700" y="2543175"/>
            <a:ext cx="857250" cy="1952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brand/motion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2031" y="4824412"/>
            <a:ext cx="528638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2581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756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68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444" y="4824412"/>
            <a:ext cx="785813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1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1088" y="4824412"/>
            <a:ext cx="39052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35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mailto:samquansah@gse.harvard.edu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81475"/>
            <a:ext cx="16764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mailto:samquans@mit.edu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52925"/>
            <a:ext cx="1076325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tree/main/weekly-tactics/03-persona-ad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8075" y="3805237"/>
            <a:ext cx="1081087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48075" y="3999533"/>
            <a:ext cx="1185863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tree/main/brand/motion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48075" y="4193828"/>
            <a:ext cx="695325" cy="1571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NBC: Prove it before we scale it</dc:title>
  <dc:subject>PptxGenJS Presentation</dc:subject>
  <dc:creator>Team NBC (Algo Peers)</dc:creator>
  <cp:lastModifiedBy>Team NBC (Algo Peers)</cp:lastModifiedBy>
  <cp:revision>1</cp:revision>
  <dcterms:created xsi:type="dcterms:W3CDTF">2026-10-05T03:17:12Z</dcterms:created>
  <dcterms:modified xsi:type="dcterms:W3CDTF">2026-10-05T03:17:12Z</dcterms:modified>
</cp:coreProperties>
</file>