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tree/main/weekly-tactics/03-persona-ad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MARKETING_STRATEGY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government.html" TargetMode="External"/><Relationship Id="rId5" Type="http://schemas.openxmlformats.org/officeDocument/2006/relationships/hyperlink" Target="https://github.com/samquansah-algo/nbc-vct/blob/main/weekly-tactics/03-persona-ads/ads/B1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educators.html" TargetMode="External"/><Relationship Id="rId5" Type="http://schemas.openxmlformats.org/officeDocument/2006/relationships/hyperlink" Target="https://github.com/samquansah-algo/nbc-vct/blob/main/weekly-tactics/03-persona-ads/ads/B2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partners.html" TargetMode="External"/><Relationship Id="rId5" Type="http://schemas.openxmlformats.org/officeDocument/2006/relationships/hyperlink" Target="https://github.com/samquansah-algo/nbc-vct/blob/main/weekly-tactics/03-persona-ads/ads/B3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investors.html" TargetMode="External"/><Relationship Id="rId5" Type="http://schemas.openxmlformats.org/officeDocument/2006/relationships/hyperlink" Target="https://github.com/samquansah-algo/nbc-vct/blob/main/weekly-tactics/03-persona-ads/ads/B4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sponsors.html" TargetMode="External"/><Relationship Id="rId5" Type="http://schemas.openxmlformats.org/officeDocument/2006/relationships/hyperlink" Target="https://github.com/samquansah-algo/nbc-vct/blob/main/weekly-tactics/03-persona-ads/ads/B5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government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educator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partner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investor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sponsor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#results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WEEKLY_DECISION_RECORD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4" Type="http://schemas.openxmlformats.org/officeDocument/2006/relationships/image" Target="../media/image-4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4" Type="http://schemas.openxmlformats.org/officeDocument/2006/relationships/image" Target="../media/image-4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brand/motion/" TargetMode="External"/><Relationship Id="rId5" Type="http://schemas.openxmlformats.org/officeDocument/2006/relationships/hyperlink" Target="https://github.com/samquansah-algo/nbc-vct/tree/main/brand/motion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4" Type="http://schemas.openxmlformats.org/officeDocument/2006/relationships/image" Target="../media/image-42-3.png"/><Relationship Id="rId6" Type="http://schemas.openxmlformats.org/officeDocument/2006/relationships/image" Target="../media/image-4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4" Type="http://schemas.openxmlformats.org/officeDocument/2006/relationships/image" Target="../media/image-4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tree/main/weekly-tactics/03-persona-ads/" TargetMode="External"/><Relationship Id="rId9" Type="http://schemas.openxmlformats.org/officeDocument/2006/relationships/hyperlink" Target="https://github.com/samquansah-algo/nbc-vct/blob/main/brand/NBC_Brand_Guide.pdf" TargetMode="External"/><Relationship Id="rId11" Type="http://schemas.openxmlformats.org/officeDocument/2006/relationships/hyperlink" Target="https://github.com/samquansah-algo/nbc-vct/tree/main/brand/motion/" TargetMode="External"/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4" Type="http://schemas.openxmlformats.org/officeDocument/2006/relationships/image" Target="../media/image-44-3.png"/><Relationship Id="rId6" Type="http://schemas.openxmlformats.org/officeDocument/2006/relationships/image" Target="../media/image-44-4.png"/><Relationship Id="rId8" Type="http://schemas.openxmlformats.org/officeDocument/2006/relationships/image" Target="../media/image-44-5.png"/><Relationship Id="rId10" Type="http://schemas.openxmlformats.org/officeDocument/2006/relationships/image" Target="../media/image-44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3-persona-ad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1414463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687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144" y="4824412"/>
            <a:ext cx="676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3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23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019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44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644" y="4824412"/>
            <a:ext cx="1057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78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644" y="4824412"/>
            <a:ext cx="1057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78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644" y="4824412"/>
            <a:ext cx="1057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78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644" y="4824412"/>
            <a:ext cx="1057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78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06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6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MARKETING_STRATEGY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181" y="4824412"/>
            <a:ext cx="7905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6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government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8858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B1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931" y="4824412"/>
            <a:ext cx="2190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4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educat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7715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B2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931" y="4824412"/>
            <a:ext cx="2190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4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partne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700088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B3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931" y="4824412"/>
            <a:ext cx="2190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4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invest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728663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B4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931" y="4824412"/>
            <a:ext cx="2190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4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spons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733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B5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931" y="4824412"/>
            <a:ext cx="2190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4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government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519" y="4824412"/>
            <a:ext cx="7239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3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educat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144" y="4824412"/>
            <a:ext cx="6286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7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partne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719" y="4824412"/>
            <a:ext cx="5715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113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invest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431" y="4824412"/>
            <a:ext cx="6000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4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spons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#results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144" y="4824412"/>
            <a:ext cx="6286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7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812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0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06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6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8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39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563" y="4824412"/>
            <a:ext cx="7858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82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brand/motion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2750344"/>
            <a:ext cx="485775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brand/motion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831" y="4824412"/>
            <a:ext cx="2952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30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06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64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3-persona-ad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1081087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1185863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tree/main/brand/motion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390525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Build it together</dc:title>
  <dc:subject>PptxGenJS Presentation</dc:subject>
  <dc:creator>Team NBC (Algo Peers)</dc:creator>
  <cp:lastModifiedBy>Team NBC (Algo Peers)</cp:lastModifiedBy>
  <cp:revision>1</cp:revision>
  <dcterms:created xsi:type="dcterms:W3CDTF">2026-10-05T03:38:57Z</dcterms:created>
  <dcterms:modified xsi:type="dcterms:W3CDTF">2026-10-05T03:38:57Z</dcterms:modified>
</cp:coreProperties>
</file>