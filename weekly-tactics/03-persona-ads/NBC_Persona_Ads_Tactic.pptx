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5" Type="http://schemas.openxmlformats.org/officeDocument/2006/relationships/hyperlink" Target="https://github.com/samquansah-algo/nbc-vct/tree/main/weekly-tactics/03-persona-ads/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image" Target="../media/image-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NBC_Thesis_and_Strategy_v5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1-market-research/READM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DEADLINE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NBC_Thesis_and_Strategy_v5.md" TargetMode="External"/><Relationship Id="rId5" Type="http://schemas.openxmlformats.org/officeDocument/2006/relationships/hyperlink" Target="https://github.com/samquansah-algo/nbc-vct/blob/main/brand/BRAND.md#scope-global-brand-local-proof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image" Target="../media/image-6-3.png"/><Relationship Id="rId6" Type="http://schemas.openxmlformats.org/officeDocument/2006/relationships/image" Target="../media/image-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READM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READM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READM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image" Target="../media/image-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READM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image" Target="../media/image-1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DEADLINE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NBC_Thesis_and_Strategy_v5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image" Target="../media/image-1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marketing/MARKETING_STRATEGY.md" TargetMode="External"/><Relationship Id="rId5" Type="http://schemas.openxmlformats.org/officeDocument/2006/relationships/hyperlink" Target="https://github.com/samquansah-algo/nbc-vct/blob/main/marketing/INTERVIEW_SCRIPT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4" Type="http://schemas.openxmlformats.org/officeDocument/2006/relationships/image" Target="../media/image-14-3.png"/><Relationship Id="rId6" Type="http://schemas.openxmlformats.org/officeDocument/2006/relationships/image" Target="../media/image-14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marketing/MARKETING_STRATEGY.md" TargetMode="External"/><Relationship Id="rId5" Type="http://schemas.openxmlformats.org/officeDocument/2006/relationships/hyperlink" Target="https://github.com/samquansah-algo/nbc-vct/blob/main/marketing/INTERVIEW_SCRIPT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4" Type="http://schemas.openxmlformats.org/officeDocument/2006/relationships/image" Target="../media/image-15-3.png"/><Relationship Id="rId6" Type="http://schemas.openxmlformats.org/officeDocument/2006/relationships/image" Target="../media/image-15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CAMPAIGN_PLAN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4" Type="http://schemas.openxmlformats.org/officeDocument/2006/relationships/image" Target="../media/image-1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CAMPAIGN_PLAN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4" Type="http://schemas.openxmlformats.org/officeDocument/2006/relationships/image" Target="../media/image-1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landing-pages/government.html" TargetMode="External"/><Relationship Id="rId5" Type="http://schemas.openxmlformats.org/officeDocument/2006/relationships/hyperlink" Target="https://github.com/samquansah-algo/nbc-vct/blob/main/weekly-tactics/03-persona-ads/ads/B1.png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4" Type="http://schemas.openxmlformats.org/officeDocument/2006/relationships/image" Target="../media/image-20-3.png"/><Relationship Id="rId6" Type="http://schemas.openxmlformats.org/officeDocument/2006/relationships/image" Target="../media/image-20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landing-pages/educators.html" TargetMode="External"/><Relationship Id="rId5" Type="http://schemas.openxmlformats.org/officeDocument/2006/relationships/hyperlink" Target="https://github.com/samquansah-algo/nbc-vct/blob/main/weekly-tactics/03-persona-ads/ads/B2.png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4" Type="http://schemas.openxmlformats.org/officeDocument/2006/relationships/image" Target="../media/image-21-3.png"/><Relationship Id="rId6" Type="http://schemas.openxmlformats.org/officeDocument/2006/relationships/image" Target="../media/image-21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landing-pages/partners.html" TargetMode="External"/><Relationship Id="rId5" Type="http://schemas.openxmlformats.org/officeDocument/2006/relationships/hyperlink" Target="https://github.com/samquansah-algo/nbc-vct/blob/main/weekly-tactics/03-persona-ads/ads/B3.png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4" Type="http://schemas.openxmlformats.org/officeDocument/2006/relationships/image" Target="../media/image-22-3.png"/><Relationship Id="rId6" Type="http://schemas.openxmlformats.org/officeDocument/2006/relationships/image" Target="../media/image-2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landing-pages/investors.html" TargetMode="External"/><Relationship Id="rId5" Type="http://schemas.openxmlformats.org/officeDocument/2006/relationships/hyperlink" Target="https://github.com/samquansah-algo/nbc-vct/blob/main/weekly-tactics/03-persona-ads/ads/B4.png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4" Type="http://schemas.openxmlformats.org/officeDocument/2006/relationships/image" Target="../media/image-23-3.png"/><Relationship Id="rId6" Type="http://schemas.openxmlformats.org/officeDocument/2006/relationships/image" Target="../media/image-2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landing-pages/sponsors.html" TargetMode="External"/><Relationship Id="rId5" Type="http://schemas.openxmlformats.org/officeDocument/2006/relationships/hyperlink" Target="https://github.com/samquansah-algo/nbc-vct/blob/main/weekly-tactics/03-persona-ads/ads/B5.png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4" Type="http://schemas.openxmlformats.org/officeDocument/2006/relationships/image" Target="../media/image-24-3.png"/><Relationship Id="rId6" Type="http://schemas.openxmlformats.org/officeDocument/2006/relationships/image" Target="../media/image-24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landing-pages/government.html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4" Type="http://schemas.openxmlformats.org/officeDocument/2006/relationships/image" Target="../media/image-2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landing-pages/educators.html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4" Type="http://schemas.openxmlformats.org/officeDocument/2006/relationships/image" Target="../media/image-2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landing-pages/partners.html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4" Type="http://schemas.openxmlformats.org/officeDocument/2006/relationships/image" Target="../media/image-2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landing-pages/investors.html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4" Type="http://schemas.openxmlformats.org/officeDocument/2006/relationships/image" Target="../media/image-2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landing-pages/sponsors.html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4" Type="http://schemas.openxmlformats.org/officeDocument/2006/relationships/image" Target="../media/image-3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CAMPAIGN_PLAN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4" Type="http://schemas.openxmlformats.org/officeDocument/2006/relationships/image" Target="../media/image-3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CAMPAIGN_PLAN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4" Type="http://schemas.openxmlformats.org/officeDocument/2006/relationships/image" Target="../media/image-3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CAMPAIGN_PLAN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4" Type="http://schemas.openxmlformats.org/officeDocument/2006/relationships/image" Target="../media/image-3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CAMPAIGN_PLAN.md#results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4" Type="http://schemas.openxmlformats.org/officeDocument/2006/relationships/image" Target="../media/image-3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CAMPAIGN_PLAN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4" Type="http://schemas.openxmlformats.org/officeDocument/2006/relationships/image" Target="../media/image-3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WEEKLY_DECISION_RECORD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4" Type="http://schemas.openxmlformats.org/officeDocument/2006/relationships/image" Target="../media/image-3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CAMPAIGN_PLAN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4" Type="http://schemas.openxmlformats.org/officeDocument/2006/relationships/image" Target="../media/image-4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DEADLINE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4" Type="http://schemas.openxmlformats.org/officeDocument/2006/relationships/image" Target="../media/image-4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NBC_Thesis_and_Strategy_v5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4" Type="http://schemas.openxmlformats.org/officeDocument/2006/relationships/image" Target="../media/image-4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4" Type="http://schemas.openxmlformats.org/officeDocument/2006/relationships/image" Target="../media/image-4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brand/motion/" TargetMode="External"/><Relationship Id="rId5" Type="http://schemas.openxmlformats.org/officeDocument/2006/relationships/hyperlink" Target="https://github.com/samquansah-algo/nbc-vct/tree/main/brand/motion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4" Type="http://schemas.openxmlformats.org/officeDocument/2006/relationships/image" Target="../media/image-45-3.png"/><Relationship Id="rId6" Type="http://schemas.openxmlformats.org/officeDocument/2006/relationships/image" Target="../media/image-45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DEADLINE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4" Type="http://schemas.openxmlformats.org/officeDocument/2006/relationships/image" Target="../media/image-4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mailto:samquansah@gse.harvard.edu" TargetMode="External"/><Relationship Id="rId5" Type="http://schemas.openxmlformats.org/officeDocument/2006/relationships/hyperlink" Target="mailto:samquans@mit.edu" TargetMode="External"/><Relationship Id="rId7" Type="http://schemas.openxmlformats.org/officeDocument/2006/relationships/hyperlink" Target="https://github.com/samquansah-algo/nbc-vct/tree/main/weekly-tactics/03-persona-ads/" TargetMode="External"/><Relationship Id="rId9" Type="http://schemas.openxmlformats.org/officeDocument/2006/relationships/hyperlink" Target="https://github.com/samquansah-algo/nbc-vct/blob/main/brand/NBC_Brand_Guide.pdf" TargetMode="External"/><Relationship Id="rId11" Type="http://schemas.openxmlformats.org/officeDocument/2006/relationships/hyperlink" Target="https://github.com/samquansah-algo/nbc-vct/tree/main/brand/motion/" TargetMode="External"/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4" Type="http://schemas.openxmlformats.org/officeDocument/2006/relationships/image" Target="../media/image-47-3.png"/><Relationship Id="rId6" Type="http://schemas.openxmlformats.org/officeDocument/2006/relationships/image" Target="../media/image-47-4.png"/><Relationship Id="rId8" Type="http://schemas.openxmlformats.org/officeDocument/2006/relationships/image" Target="../media/image-47-5.png"/><Relationship Id="rId10" Type="http://schemas.openxmlformats.org/officeDocument/2006/relationships/image" Target="../media/image-47-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29125"/>
            <a:ext cx="1104900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3-persona-ads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975" y="4429125"/>
            <a:ext cx="1414463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NBC_Thesis_and_Strategy_v5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687" y="4824412"/>
            <a:ext cx="3571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8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1-market-research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144" y="4824412"/>
            <a:ext cx="6762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33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238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019" y="4824412"/>
            <a:ext cx="3905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456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NBC_Thesis_and_Strategy_v5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313" y="4824412"/>
            <a:ext cx="3571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BRAND.md#scope-global-brand-local-proo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412" y="4824412"/>
            <a:ext cx="604837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116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644" y="4824412"/>
            <a:ext cx="10572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83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644" y="4824412"/>
            <a:ext cx="10572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83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644" y="4824412"/>
            <a:ext cx="10572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83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831" y="4824412"/>
            <a:ext cx="10572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0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06" y="4824412"/>
            <a:ext cx="3905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644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NBC_Thesis_and_Strategy_v5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4824412"/>
            <a:ext cx="3571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97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marketing/MARKETING_STRATEGY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137" y="4824412"/>
            <a:ext cx="7905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SCRIPT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4824412"/>
            <a:ext cx="6381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071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marketing/MARKETING_STRATEGY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137" y="4824412"/>
            <a:ext cx="7905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SCRIPT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4824412"/>
            <a:ext cx="6381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071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CAMPAIGN_PLAN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4824412"/>
            <a:ext cx="59531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037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CAMPAIGN_PLAN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4824412"/>
            <a:ext cx="59531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037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landing-pages/government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2682925"/>
            <a:ext cx="885825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3-persona-ads/ads/B1.pn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931" y="4824412"/>
            <a:ext cx="2190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49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landing-pages/educators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2682925"/>
            <a:ext cx="771525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3-persona-ads/ads/B2.pn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931" y="4824412"/>
            <a:ext cx="2190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49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landing-pages/partners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2682925"/>
            <a:ext cx="700088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3-persona-ads/ads/B3.pn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931" y="4824412"/>
            <a:ext cx="2190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49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landing-pages/investors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2682925"/>
            <a:ext cx="728663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3-persona-ads/ads/B4.pn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931" y="4824412"/>
            <a:ext cx="2190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49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landing-pages/sponsors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2682925"/>
            <a:ext cx="733425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3-persona-ads/ads/B5.png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931" y="4824412"/>
            <a:ext cx="2190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49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landing-pages/government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519" y="4824412"/>
            <a:ext cx="7239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33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landing-pages/educators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144" y="4824412"/>
            <a:ext cx="62865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706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landing-pages/partners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719" y="4824412"/>
            <a:ext cx="5715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13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landing-pages/investors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431" y="4824412"/>
            <a:ext cx="6000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4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landing-pages/sponsors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4824412"/>
            <a:ext cx="59531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037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CAMPAIGN_PLAN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4824412"/>
            <a:ext cx="59531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037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CAMPAIGN_PLAN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4824412"/>
            <a:ext cx="59531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037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CAMPAIGN_PLAN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4824412"/>
            <a:ext cx="59531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037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CAMPAIGN_PLAN.md#results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4824412"/>
            <a:ext cx="59531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037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CAMPAIGN_PLAN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4824412"/>
            <a:ext cx="59531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037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WEEKLY_DECISION_RECORD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144" y="4824412"/>
            <a:ext cx="62865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706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CAMPAIGN_PLAN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812" y="4824412"/>
            <a:ext cx="59531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037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06" y="4824412"/>
            <a:ext cx="3905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644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NBC_Thesis_and_Strategy_v5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4824412"/>
            <a:ext cx="3571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97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3" y="4824412"/>
            <a:ext cx="78581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288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brand/motion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750344"/>
            <a:ext cx="485775" cy="195263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brand/motion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831" y="4824412"/>
            <a:ext cx="2952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30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206" y="4824412"/>
            <a:ext cx="3905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644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mailto:samquansah@gse.harvard.edu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81475"/>
            <a:ext cx="1676400" cy="157163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mailto:samquans@mit.ed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52925"/>
            <a:ext cx="1076325" cy="157163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tree/main/weekly-tactics/03-persona-ads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075" y="3805237"/>
            <a:ext cx="1081087" cy="157163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075" y="3999533"/>
            <a:ext cx="1185863" cy="157163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tree/main/brand/motion/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8075" y="4193828"/>
            <a:ext cx="390525" cy="1571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NBC: Build it together</dc:title>
  <dc:subject>PptxGenJS Presentation</dc:subject>
  <dc:creator>Team NBC (Algo Peers)</dc:creator>
  <cp:lastModifiedBy>Team NBC (Algo Peers)</cp:lastModifiedBy>
  <cp:revision>1</cp:revision>
  <dcterms:created xsi:type="dcterms:W3CDTF">2026-10-05T13:31:20Z</dcterms:created>
  <dcterms:modified xsi:type="dcterms:W3CDTF">2026-10-05T13:31:20Z</dcterms:modified>
</cp:coreProperties>
</file>