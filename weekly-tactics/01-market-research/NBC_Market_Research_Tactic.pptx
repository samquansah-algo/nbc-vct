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www.worldbank.org/en/topic/education/brief/learning-poverty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#hypotheses" TargetMode="External"/><Relationship Id="rId5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image" Target="../media/image-6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github.com/samquansah-algo/nbc-vct/blob/main/marketing/OUTREACH_MESSAGES.md#v2-refined-messages" TargetMode="External"/><Relationship Id="rId7" Type="http://schemas.openxmlformats.org/officeDocument/2006/relationships/hyperlink" Target="https://github.com/samquansah-algo/nbc-vct/blob/main/marketing/OUTREACH_MESSAGES.md#send-schedule-tactic-week-wed-23--tue-29-sep" TargetMode="External"/><Relationship Id="rId9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INTERVIEW_TRACKER.md#interview-schedule" TargetMode="External"/><Relationship Id="rId9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ithub.com/samquansah-algo/nbc-vct/blob/main/forecasting/BENCHMARKS.md" TargetMode="External"/><Relationship Id="rId9" Type="http://schemas.openxmlformats.org/officeDocument/2006/relationships/hyperlink" Target="https://github.com/samquansah-algo/nbc-vct/blob/main/marketing/watering_holes_v5.md" TargetMode="External"/><Relationship Id="rId11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strategy/NBC_Tactical_Playbook_v5.md" TargetMode="External"/><Relationship Id="rId5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tn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github.com/samquansah-algo/nbc-vct/blob/main/marketing/crm/README.md" TargetMode="External"/><Relationship Id="rId13" Type="http://schemas.openxmlformats.org/officeDocument/2006/relationships/hyperlink" Target="https://github.com/samquansah-algo/nbc-tnt/blob/main/deck/NBC_Deck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tnt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github.com/samquansah-algo/nbc-vct/blob/main/forecasting/BENCHMARKS.m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576" y="4295775"/>
            <a:ext cx="1662261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9762" y="4295775"/>
            <a:ext cx="655662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338361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6796" y="4257675"/>
            <a:ext cx="113243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83395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2394" y="4257675"/>
            <a:ext cx="457572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566886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566886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0214" y="1988939"/>
            <a:ext cx="850850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214" y="2444502"/>
            <a:ext cx="1295623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0214" y="3082603"/>
            <a:ext cx="585564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236" y="4257675"/>
            <a:ext cx="108168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012" y="1988939"/>
            <a:ext cx="650602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9012" y="2627040"/>
            <a:ext cx="894978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108168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643" y="1988939"/>
            <a:ext cx="1534195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643" y="2627040"/>
            <a:ext cx="1033909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643" y="3082603"/>
            <a:ext cx="961876" cy="109537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236" y="4257675"/>
            <a:ext cx="108168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9012" y="1988939"/>
            <a:ext cx="109507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9012" y="2444502"/>
            <a:ext cx="316855" cy="109537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108168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902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707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25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4996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873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000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061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307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818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3765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902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5707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725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4996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0873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0000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061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307" y="1876425"/>
            <a:ext cx="319385" cy="1047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3818" y="1876425"/>
            <a:ext cx="319385" cy="1047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36" y="4257675"/>
            <a:ext cx="505123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3558" y="4257675"/>
            <a:ext cx="552896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2655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4777" y="1851720"/>
            <a:ext cx="357262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777" y="2943820"/>
            <a:ext cx="1029444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624111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62546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294" y="1851720"/>
            <a:ext cx="1029444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0294" y="2124745"/>
            <a:ext cx="1350987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50294" y="2397770"/>
            <a:ext cx="1508075" cy="1428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0294" y="2670795"/>
            <a:ext cx="771971" cy="142875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50294" y="2943820"/>
            <a:ext cx="278829" cy="142875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2236" y="4257675"/>
            <a:ext cx="624111" cy="9525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2546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838" y="1581150"/>
            <a:ext cx="167952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36" y="4257675"/>
            <a:ext cx="347737" cy="952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6173" y="4257675"/>
            <a:ext cx="42884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91221" y="4257675"/>
            <a:ext cx="566886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2173" y="1801788"/>
            <a:ext cx="662285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3148" y="2022425"/>
            <a:ext cx="478706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36" y="4257675"/>
            <a:ext cx="466948" cy="952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05384" y="4257675"/>
            <a:ext cx="552822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4406" y="4257675"/>
            <a:ext cx="58132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457423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5859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457423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5859" y="4257675"/>
            <a:ext cx="347737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45742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2407" y="3533775"/>
            <a:ext cx="432122" cy="904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6488" y="3533775"/>
            <a:ext cx="576039" cy="9048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43" y="1581150"/>
            <a:ext cx="1443410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43" y="1984325"/>
            <a:ext cx="1164803" cy="142875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3" y="2204963"/>
            <a:ext cx="1743224" cy="142875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236" y="4257675"/>
            <a:ext cx="376386" cy="9525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4822" y="4257675"/>
            <a:ext cx="428848" cy="9525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tnt/blob/main/deck/NBC_Deck.pdf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19870" y="4257675"/>
            <a:ext cx="50512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477" y="2243063"/>
            <a:ext cx="1050578" cy="142875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236" y="4257675"/>
            <a:ext cx="700385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338361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409798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8234" y="4257675"/>
            <a:ext cx="466948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452884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1320" y="4257675"/>
            <a:ext cx="548060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36701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446" y="4257675"/>
            <a:ext cx="581323" cy="952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236" y="4257675"/>
            <a:ext cx="367010" cy="952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5446" y="4257675"/>
            <a:ext cx="581323" cy="95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2026-09-29T13:33:19Z</dcterms:created>
  <dcterms:modified xsi:type="dcterms:W3CDTF">2026-09-29T13:33:19Z</dcterms:modified>
</cp:coreProperties>
</file>