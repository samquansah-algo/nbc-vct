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tree/main/weekly-tactics/01-market-research" TargetMode="External"/><Relationship Id="rId7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image" Target="../media/image-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#hypotheses" TargetMode="External"/><Relationship Id="rId7" Type="http://schemas.openxmlformats.org/officeDocument/2006/relationships/hyperlink" Target="https://github.com/samquansah-algo/nbc-vct/blob/main/strategy/NBC_Tactical_Playbook_v5.md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image" Target="../media/image-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foundation.ghanarobotics.org/" TargetMode="External"/><Relationship Id="rId9" Type="http://schemas.openxmlformats.org/officeDocument/2006/relationships/hyperlink" Target="https://foundation.ghanarobotics.org/" TargetMode="External"/><Relationship Id="rId11" Type="http://schemas.openxmlformats.org/officeDocument/2006/relationships/hyperlink" Target="https://www.library.gov.gh/" TargetMode="External"/><Relationship Id="rId13" Type="http://schemas.openxmlformats.org/officeDocument/2006/relationships/hyperlink" Target="https://www.library.gov.gh/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image" Target="../media/image-7-4.png"/><Relationship Id="rId8" Type="http://schemas.openxmlformats.org/officeDocument/2006/relationships/image" Target="../media/image-7-5.png"/><Relationship Id="rId10" Type="http://schemas.openxmlformats.org/officeDocument/2006/relationships/image" Target="../media/image-7-6.png"/><Relationship Id="rId12" Type="http://schemas.openxmlformats.org/officeDocument/2006/relationships/image" Target="../media/image-7-7.png"/><Relationship Id="rId14" Type="http://schemas.openxmlformats.org/officeDocument/2006/relationships/image" Target="../media/image-7-8.png"/><Relationship Id="rId16" Type="http://schemas.openxmlformats.org/officeDocument/2006/relationships/image" Target="../media/image-7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set.education/" TargetMode="External"/><Relationship Id="rId5" Type="http://schemas.openxmlformats.org/officeDocument/2006/relationships/hyperlink" Target="https://gset.education/" TargetMode="External"/><Relationship Id="rId7" Type="http://schemas.openxmlformats.org/officeDocument/2006/relationships/hyperlink" Target="https://makersplacegh.com/" TargetMode="External"/><Relationship Id="rId9" Type="http://schemas.openxmlformats.org/officeDocument/2006/relationships/hyperlink" Target="https://makersplacegh.com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image" Target="../media/image-8-4.png"/><Relationship Id="rId8" Type="http://schemas.openxmlformats.org/officeDocument/2006/relationships/image" Target="../media/image-8-5.png"/><Relationship Id="rId10" Type="http://schemas.openxmlformats.org/officeDocument/2006/relationships/image" Target="../media/image-8-6.png"/><Relationship Id="rId12" Type="http://schemas.openxmlformats.org/officeDocument/2006/relationships/image" Target="../media/image-8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www.facebook.com/groups/librarymaker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www.scratchfoundation.org/scratch-meetups-learn" TargetMode="External"/><Relationship Id="rId13" Type="http://schemas.openxmlformats.org/officeDocument/2006/relationships/hyperlink" Target="https://www.scratchfoundation.org/scratch-meetups-learn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image" Target="../media/image-9-4.png"/><Relationship Id="rId8" Type="http://schemas.openxmlformats.org/officeDocument/2006/relationships/image" Target="../media/image-9-5.png"/><Relationship Id="rId10" Type="http://schemas.openxmlformats.org/officeDocument/2006/relationships/image" Target="../media/image-9-6.png"/><Relationship Id="rId12" Type="http://schemas.openxmlformats.org/officeDocument/2006/relationships/image" Target="../media/image-9-7.png"/><Relationship Id="rId14" Type="http://schemas.openxmlformats.org/officeDocument/2006/relationships/image" Target="../media/image-9-8.png"/><Relationship Id="rId16" Type="http://schemas.openxmlformats.org/officeDocument/2006/relationships/image" Target="../media/image-9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www.isls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image" Target="../media/image-10-4.png"/><Relationship Id="rId8" Type="http://schemas.openxmlformats.org/officeDocument/2006/relationships/image" Target="../media/image-10-5.png"/><Relationship Id="rId10" Type="http://schemas.openxmlformats.org/officeDocument/2006/relationships/image" Target="../media/image-10-6.png"/><Relationship Id="rId12" Type="http://schemas.openxmlformats.org/officeDocument/2006/relationships/image" Target="../media/image-10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ghanacodeclub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image" Target="../media/image-11-4.png"/><Relationship Id="rId8" Type="http://schemas.openxmlformats.org/officeDocument/2006/relationships/image" Target="../media/image-11-5.png"/><Relationship Id="rId10" Type="http://schemas.openxmlformats.org/officeDocument/2006/relationships/image" Target="../media/image-11-6.png"/><Relationship Id="rId12" Type="http://schemas.openxmlformats.org/officeDocument/2006/relationships/image" Target="../media/image-11-7.png"/><Relationship Id="rId14" Type="http://schemas.openxmlformats.org/officeDocument/2006/relationships/image" Target="../media/image-11-8.png"/><Relationship Id="rId16" Type="http://schemas.openxmlformats.org/officeDocument/2006/relationships/image" Target="../media/image-11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facebook.com/groups/librarymaker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image" Target="../media/image-12-4.png"/><Relationship Id="rId8" Type="http://schemas.openxmlformats.org/officeDocument/2006/relationships/image" Target="../media/image-12-5.png"/><Relationship Id="rId10" Type="http://schemas.openxmlformats.org/officeDocument/2006/relationships/image" Target="../media/image-12-6.png"/><Relationship Id="rId12" Type="http://schemas.openxmlformats.org/officeDocument/2006/relationships/image" Target="../media/image-12-7.png"/><Relationship Id="rId14" Type="http://schemas.openxmlformats.org/officeDocument/2006/relationships/image" Target="../media/image-12-8.png"/><Relationship Id="rId16" Type="http://schemas.openxmlformats.org/officeDocument/2006/relationships/image" Target="../media/image-12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image" Target="../media/image-13-4.png"/><Relationship Id="rId8" Type="http://schemas.openxmlformats.org/officeDocument/2006/relationships/image" Target="../media/image-13-5.png"/><Relationship Id="rId10" Type="http://schemas.openxmlformats.org/officeDocument/2006/relationships/image" Target="../media/image-13-6.png"/><Relationship Id="rId12" Type="http://schemas.openxmlformats.org/officeDocument/2006/relationships/image" Target="../media/image-13-7.png"/><Relationship Id="rId14" Type="http://schemas.openxmlformats.org/officeDocument/2006/relationships/image" Target="../media/image-13-8.png"/><Relationship Id="rId16" Type="http://schemas.openxmlformats.org/officeDocument/2006/relationships/image" Target="../media/image-13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www.scratchfoundation.org/scratch-meetups-learn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image" Target="../media/image-14-7.png"/><Relationship Id="rId14" Type="http://schemas.openxmlformats.org/officeDocument/2006/relationships/image" Target="../media/image-14-8.png"/><Relationship Id="rId16" Type="http://schemas.openxmlformats.org/officeDocument/2006/relationships/image" Target="../media/image-14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www.isls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1-first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2" Type="http://schemas.openxmlformats.org/officeDocument/2006/relationships/image" Target="../media/image-15-7.png"/><Relationship Id="rId14" Type="http://schemas.openxmlformats.org/officeDocument/2006/relationships/image" Target="../media/image-15-8.png"/><Relationship Id="rId16" Type="http://schemas.openxmlformats.org/officeDocument/2006/relationships/image" Target="../media/image-15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OUTREACH_MESSAGES.md#v1-first-messages" TargetMode="External"/><Relationship Id="rId11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ghanacodeclub.org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image" Target="../media/image-17-6.png"/><Relationship Id="rId12" Type="http://schemas.openxmlformats.org/officeDocument/2006/relationships/image" Target="../media/image-17-7.png"/><Relationship Id="rId14" Type="http://schemas.openxmlformats.org/officeDocument/2006/relationships/image" Target="../media/image-17-8.png"/><Relationship Id="rId16" Type="http://schemas.openxmlformats.org/officeDocument/2006/relationships/image" Target="../media/image-17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facebook.com/groups/librarymaker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image" Target="../media/image-18-6.png"/><Relationship Id="rId12" Type="http://schemas.openxmlformats.org/officeDocument/2006/relationships/image" Target="../media/image-18-7.png"/><Relationship Id="rId14" Type="http://schemas.openxmlformats.org/officeDocument/2006/relationships/image" Target="../media/image-18-8.png"/><Relationship Id="rId16" Type="http://schemas.openxmlformats.org/officeDocument/2006/relationships/image" Target="../media/image-18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microbit.org/champions/" TargetMode="External"/><Relationship Id="rId9" Type="http://schemas.openxmlformats.org/officeDocument/2006/relationships/hyperlink" Target="https://microbit.org/champions/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image" Target="../media/image-19-6.png"/><Relationship Id="rId12" Type="http://schemas.openxmlformats.org/officeDocument/2006/relationships/image" Target="../media/image-19-7.png"/><Relationship Id="rId14" Type="http://schemas.openxmlformats.org/officeDocument/2006/relationships/image" Target="../media/image-19-8.png"/><Relationship Id="rId16" Type="http://schemas.openxmlformats.org/officeDocument/2006/relationships/image" Target="../media/image-19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www.scratchfoundation.org/scratch-meetups-learn" TargetMode="External"/><Relationship Id="rId11" Type="http://schemas.openxmlformats.org/officeDocument/2006/relationships/hyperlink" Target="https://github.com/samquansah-algo/nbc-vct" TargetMode="External"/><Relationship Id="rId13" Type="http://schemas.openxmlformats.org/officeDocument/2006/relationships/hyperlink" Target="https://docs.google.com/spreadsheets/d/11LfHholpkKC0vhpQ7z_DvRme57lPln2jZR7Nm4EMrjg/edit" TargetMode="External"/><Relationship Id="rId15" Type="http://schemas.openxmlformats.org/officeDocument/2006/relationships/hyperlink" Target="https://github.com/samquansah-algo/nbc-vct/blob/main/marketing/OUTREACH_MESSAGES.md#v2-refined-messages" TargetMode="External"/><Relationship Id="rId17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image" Target="../media/image-20-6.png"/><Relationship Id="rId12" Type="http://schemas.openxmlformats.org/officeDocument/2006/relationships/image" Target="../media/image-20-7.png"/><Relationship Id="rId14" Type="http://schemas.openxmlformats.org/officeDocument/2006/relationships/image" Target="../media/image-20-8.png"/><Relationship Id="rId16" Type="http://schemas.openxmlformats.org/officeDocument/2006/relationships/image" Target="../media/image-20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github.com/samquansah-algo/nbc-vct" TargetMode="External"/><Relationship Id="rId9" Type="http://schemas.openxmlformats.org/officeDocument/2006/relationships/hyperlink" Target="https://docs.google.com/spreadsheets/d/11LfHholpkKC0vhpQ7z_DvRme57lPln2jZR7Nm4EMrjg/edit" TargetMode="External"/><Relationship Id="rId11" Type="http://schemas.openxmlformats.org/officeDocument/2006/relationships/hyperlink" Target="https://github.com/samquansah-algo/nbc-vct/blob/main/marketing/OUTREACH_MESSAGES.md#v2-refined-messages" TargetMode="External"/><Relationship Id="rId13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OUTREACH_MESSAGES.md#v2-refined-messages" TargetMode="External"/><Relationship Id="rId11" Type="http://schemas.openxmlformats.org/officeDocument/2006/relationships/hyperlink" Target="https://github.com/samquansah-algo/nbc-vct/blob/main/marketing/OUTREACH_MESSAGES.md#send-schedule-tactic-week-wed-23--tue-29-sep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image" Target="../media/image-22-4.png"/><Relationship Id="rId8" Type="http://schemas.openxmlformats.org/officeDocument/2006/relationships/image" Target="../media/image-22-5.png"/><Relationship Id="rId10" Type="http://schemas.openxmlformats.org/officeDocument/2006/relationships/image" Target="../media/image-22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" TargetMode="External"/><Relationship Id="rId9" Type="http://schemas.openxmlformats.org/officeDocument/2006/relationships/hyperlink" Target="https://docs.google.com/spreadsheets/d/11LfHholpkKC0vhpQ7z_DvRme57lPln2jZR7Nm4EMrjg/edit" TargetMode="External"/><Relationship Id="rId11" Type="http://schemas.openxmlformats.org/officeDocument/2006/relationships/hyperlink" Target="https://github.com/samquansah-algo/nbc-vct/blob/main/marketing/INTERVIEW_TRACKER.md#interview-schedule" TargetMode="External"/><Relationship Id="rId13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image" Target="../media/image-23-4.png"/><Relationship Id="rId8" Type="http://schemas.openxmlformats.org/officeDocument/2006/relationships/image" Target="../media/image-23-5.png"/><Relationship Id="rId10" Type="http://schemas.openxmlformats.org/officeDocument/2006/relationships/image" Target="../media/image-23-6.png"/><Relationship Id="rId12" Type="http://schemas.openxmlformats.org/officeDocument/2006/relationships/image" Target="../media/image-23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reddit.com/r/homeschool/" TargetMode="External"/><Relationship Id="rId11" Type="http://schemas.openxmlformats.org/officeDocument/2006/relationships/hyperlink" Target="https://www.isls.org/" TargetMode="External"/><Relationship Id="rId13" Type="http://schemas.openxmlformats.org/officeDocument/2006/relationships/hyperlink" Target="https://github.com/samquansah-algo/nbc-vct" TargetMode="External"/><Relationship Id="rId15" Type="http://schemas.openxmlformats.org/officeDocument/2006/relationships/hyperlink" Target="https://docs.google.com/spreadsheets/d/11LfHholpkKC0vhpQ7z_DvRme57lPln2jZR7Nm4EMrjg/edit" TargetMode="External"/><Relationship Id="rId17" Type="http://schemas.openxmlformats.org/officeDocument/2006/relationships/hyperlink" Target="https://github.com/samquansah-algo/nbc-vct/blob/main/marketing/INTERVIEW_TRACKER.md#interview-schedule" TargetMode="External"/><Relationship Id="rId19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image" Target="../media/image-24-4.png"/><Relationship Id="rId8" Type="http://schemas.openxmlformats.org/officeDocument/2006/relationships/image" Target="../media/image-24-5.png"/><Relationship Id="rId10" Type="http://schemas.openxmlformats.org/officeDocument/2006/relationships/image" Target="../media/image-24-6.png"/><Relationship Id="rId12" Type="http://schemas.openxmlformats.org/officeDocument/2006/relationships/image" Target="../media/image-24-7.png"/><Relationship Id="rId14" Type="http://schemas.openxmlformats.org/officeDocument/2006/relationships/image" Target="../media/image-24-8.png"/><Relationship Id="rId16" Type="http://schemas.openxmlformats.org/officeDocument/2006/relationships/image" Target="../media/image-24-9.png"/><Relationship Id="rId18" Type="http://schemas.openxmlformats.org/officeDocument/2006/relationships/image" Target="../media/image-24-10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/blob/main/marketing/INTERVIEW_TRACKER.md" TargetMode="External"/><Relationship Id="rId7" Type="http://schemas.openxmlformats.org/officeDocument/2006/relationships/hyperlink" Target="https://github.com/samquansah-algo/nbc-vct/blob/main/marketing/INTERVIEW_SCRIPT.md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terview-schedule" TargetMode="External"/><Relationship Id="rId15" Type="http://schemas.openxmlformats.org/officeDocument/2006/relationships/hyperlink" Target="https://github.com/samquansah-algo/nbc-vct/blob/main/marketing/INTERVIEW_TRACKER.md#outreach-log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image" Target="../media/image-25-4.png"/><Relationship Id="rId8" Type="http://schemas.openxmlformats.org/officeDocument/2006/relationships/image" Target="../media/image-25-5.png"/><Relationship Id="rId10" Type="http://schemas.openxmlformats.org/officeDocument/2006/relationships/image" Target="../media/image-25-6.png"/><Relationship Id="rId12" Type="http://schemas.openxmlformats.org/officeDocument/2006/relationships/image" Target="../media/image-25-7.png"/><Relationship Id="rId14" Type="http://schemas.openxmlformats.org/officeDocument/2006/relationships/image" Target="../media/image-25-8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crm/README.md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image" Target="../media/image-26-4.png"/><Relationship Id="rId8" Type="http://schemas.openxmlformats.org/officeDocument/2006/relationships/image" Target="../media/image-26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rldbank.org/en/topic/education/brief/learning-poverty" TargetMode="External"/><Relationship Id="rId5" Type="http://schemas.openxmlformats.org/officeDocument/2006/relationships/hyperlink" Target="https://arxiv.org/abs/2402.09809" TargetMode="External"/><Relationship Id="rId7" Type="http://schemas.openxmlformats.org/officeDocument/2006/relationships/hyperlink" Target="https://ghanacodeclub.org/" TargetMode="External"/><Relationship Id="rId9" Type="http://schemas.openxmlformats.org/officeDocument/2006/relationships/hyperlink" Target="https://foundation.ghanarobotics.org/" TargetMode="External"/><Relationship Id="rId11" Type="http://schemas.openxmlformats.org/officeDocument/2006/relationships/hyperlink" Target="https://www.library.gov.gh/" TargetMode="External"/><Relationship Id="rId13" Type="http://schemas.openxmlformats.org/officeDocument/2006/relationships/hyperlink" Target="https://microbit.org/champions/" TargetMode="External"/><Relationship Id="rId15" Type="http://schemas.openxmlformats.org/officeDocument/2006/relationships/hyperlink" Target="https://github.com/samquansah-algo/nbc-vct" TargetMode="External"/><Relationship Id="rId17" Type="http://schemas.openxmlformats.org/officeDocument/2006/relationships/hyperlink" Target="https://docs.google.com/spreadsheets/d/11LfHholpkKC0vhpQ7z_DvRme57lPln2jZR7Nm4EMrjg/edit" TargetMode="External"/><Relationship Id="rId19" Type="http://schemas.openxmlformats.org/officeDocument/2006/relationships/hyperlink" Target="https://github.com/samquansah-algo/nbc-vct/blob/main/marketing/INTERVIEW_TRACKER.md" TargetMode="External"/><Relationship Id="rId21" Type="http://schemas.openxmlformats.org/officeDocument/2006/relationships/hyperlink" Target="https://github.com/samquansah-algo/nbc-vct/blob/main/forecasting/BENCHMARKS.md" TargetMode="External"/><Relationship Id="rId23" Type="http://schemas.openxmlformats.org/officeDocument/2006/relationships/hyperlink" Target="https://github.com/samquansah-algo/nbc-vct/blob/main/research/simulated/synthesis_memo.md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image" Target="../media/image-27-4.png"/><Relationship Id="rId8" Type="http://schemas.openxmlformats.org/officeDocument/2006/relationships/image" Target="../media/image-27-5.png"/><Relationship Id="rId10" Type="http://schemas.openxmlformats.org/officeDocument/2006/relationships/image" Target="../media/image-27-6.png"/><Relationship Id="rId12" Type="http://schemas.openxmlformats.org/officeDocument/2006/relationships/image" Target="../media/image-27-7.png"/><Relationship Id="rId14" Type="http://schemas.openxmlformats.org/officeDocument/2006/relationships/image" Target="../media/image-27-8.png"/><Relationship Id="rId16" Type="http://schemas.openxmlformats.org/officeDocument/2006/relationships/image" Target="../media/image-27-9.png"/><Relationship Id="rId18" Type="http://schemas.openxmlformats.org/officeDocument/2006/relationships/image" Target="../media/image-27-10.png"/><Relationship Id="rId20" Type="http://schemas.openxmlformats.org/officeDocument/2006/relationships/image" Target="../media/image-27-11.png"/><Relationship Id="rId22" Type="http://schemas.openxmlformats.org/officeDocument/2006/relationships/image" Target="../media/image-27-12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INTERVIEW_TRACKER.md" TargetMode="External"/><Relationship Id="rId11" Type="http://schemas.openxmlformats.org/officeDocument/2006/relationships/hyperlink" Target="https://github.com/samquansah-algo/nbc-vct/blob/main/forecasting/BENCHMARKS.md" TargetMode="External"/><Relationship Id="rId13" Type="http://schemas.openxmlformats.org/officeDocument/2006/relationships/hyperlink" Target="https://github.com/samquansah-algo/nbc-vct/blob/main/research/simulated/synthesis_memo.md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image" Target="../media/image-28-4.png"/><Relationship Id="rId8" Type="http://schemas.openxmlformats.org/officeDocument/2006/relationships/image" Target="../media/image-28-5.png"/><Relationship Id="rId10" Type="http://schemas.openxmlformats.org/officeDocument/2006/relationships/image" Target="../media/image-28-6.png"/><Relationship Id="rId12" Type="http://schemas.openxmlformats.org/officeDocument/2006/relationships/image" Target="../media/image-28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image" Target="../media/image-29-4.png"/><Relationship Id="rId8" Type="http://schemas.openxmlformats.org/officeDocument/2006/relationships/image" Target="../media/image-29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image" Target="../media/image-30-4.png"/><Relationship Id="rId8" Type="http://schemas.openxmlformats.org/officeDocument/2006/relationships/image" Target="../media/image-30-5.png"/><Relationship Id="rId10" Type="http://schemas.openxmlformats.org/officeDocument/2006/relationships/image" Target="../media/image-30-6.png"/><Relationship Id="rId12" Type="http://schemas.openxmlformats.org/officeDocument/2006/relationships/image" Target="../media/image-30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www.reddit.com/r/homeschool/" TargetMode="External"/><Relationship Id="rId7" Type="http://schemas.openxmlformats.org/officeDocument/2006/relationships/hyperlink" Target="https://www.isls.org/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docs.google.com/spreadsheets/d/11LfHholpkKC0vhpQ7z_DvRme57lPln2jZR7Nm4EMrjg/edit" TargetMode="External"/><Relationship Id="rId1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image" Target="../media/image-31-4.png"/><Relationship Id="rId8" Type="http://schemas.openxmlformats.org/officeDocument/2006/relationships/image" Target="../media/image-31-5.png"/><Relationship Id="rId10" Type="http://schemas.openxmlformats.org/officeDocument/2006/relationships/image" Target="../media/image-31-6.png"/><Relationship Id="rId12" Type="http://schemas.openxmlformats.org/officeDocument/2006/relationships/image" Target="../media/image-31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docs.google.com/spreadsheets/d/11LfHholpkKC0vhpQ7z_DvRme57lPln2jZR7Nm4EMrjg/edit" TargetMode="External"/><Relationship Id="rId7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image" Target="../media/image-3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strategy/NBC_Tactical_Playbook_v5.md" TargetMode="External"/><Relationship Id="rId7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image" Target="../media/image-3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strategy/NBC_Tactical_Playbook_v5.md" TargetMode="External"/><Relationship Id="rId7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image" Target="../media/image-3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forecasting/ECONOMICS.md" TargetMode="External"/><Relationship Id="rId5" Type="http://schemas.openxmlformats.org/officeDocument/2006/relationships/hyperlink" Target="https://uis.unesco.org/" TargetMode="External"/><Relationship Id="rId7" Type="http://schemas.openxmlformats.org/officeDocument/2006/relationships/hyperlink" Target="https://github.com/samquansah-algo/nbc-vct/blob/main/forecasting/ECONOMICS.md" TargetMode="External"/><Relationship Id="rId9" Type="http://schemas.openxmlformats.org/officeDocument/2006/relationships/hyperlink" Target="https://github.com/samquansah-algo/nbc-vct/blob/main/forecasting/ECONOMICS.md" TargetMode="External"/><Relationship Id="rId11" Type="http://schemas.openxmlformats.org/officeDocument/2006/relationships/hyperlink" Target="https://github.com/samquansah-algo/nbc-vct/blob/main/forecasting/BENCHMARKS.md" TargetMode="External"/><Relationship Id="rId13" Type="http://schemas.openxmlformats.org/officeDocument/2006/relationships/hyperlink" Target="https://github.com/samquansah-algo/nbc-vct" TargetMode="External"/><Relationship Id="rId15" Type="http://schemas.openxmlformats.org/officeDocument/2006/relationships/hyperlink" Target="https://github.com/samquansah-algo/nbc-vct/blob/main/forecasting/ECONOMICS.md" TargetMode="External"/><Relationship Id="rId17" Type="http://schemas.openxmlformats.org/officeDocument/2006/relationships/hyperlink" Target="https://github.com/samquansah-algo/nbc-vct/blob/main/forecasting/projections_scenarios.csv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image" Target="../media/image-36-4.png"/><Relationship Id="rId8" Type="http://schemas.openxmlformats.org/officeDocument/2006/relationships/image" Target="../media/image-36-5.png"/><Relationship Id="rId10" Type="http://schemas.openxmlformats.org/officeDocument/2006/relationships/image" Target="../media/image-36-6.png"/><Relationship Id="rId12" Type="http://schemas.openxmlformats.org/officeDocument/2006/relationships/image" Target="../media/image-36-7.png"/><Relationship Id="rId14" Type="http://schemas.openxmlformats.org/officeDocument/2006/relationships/image" Target="../media/image-36-8.png"/><Relationship Id="rId16" Type="http://schemas.openxmlformats.org/officeDocument/2006/relationships/image" Target="../media/image-36-9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" TargetMode="External"/><Relationship Id="rId7" Type="http://schemas.openxmlformats.org/officeDocument/2006/relationships/hyperlink" Target="https://github.com/samquansah-algo/nbc-vct/blob/main/brand/BRAND.md" TargetMode="External"/><Relationship Id="rId9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image" Target="../media/image-37-4.png"/><Relationship Id="rId8" Type="http://schemas.openxmlformats.org/officeDocument/2006/relationships/image" Target="../media/image-3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actics-milestones/DEADLINES.md" TargetMode="External"/><Relationship Id="rId7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image" Target="../media/image-3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vct/blob/main/tactics-milestones/DEADLINES.md" TargetMode="External"/><Relationship Id="rId7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image" Target="../media/image-3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docs.google.com/spreadsheets/d/11LfHholpkKC0vhpQ7z_DvRme57lPln2jZR7Nm4EMrjg/edit" TargetMode="External"/><Relationship Id="rId7" Type="http://schemas.openxmlformats.org/officeDocument/2006/relationships/hyperlink" Target="https://github.com/samquansah-algo/nbc-vct/blob/main/marketing/crm/README.md" TargetMode="External"/><Relationship Id="rId9" Type="http://schemas.openxmlformats.org/officeDocument/2006/relationships/hyperlink" Target="https://github.com/samquansah-algo/nbc-vct/blob/main/marketing/INTERVIEW_SCRIPT.md" TargetMode="External"/><Relationship Id="rId11" Type="http://schemas.openxmlformats.org/officeDocument/2006/relationships/hyperlink" Target="https://github.com/samquansah-algo/nbc-vct/blob/main/marketing/watering_holes_v5.md" TargetMode="External"/><Relationship Id="rId13" Type="http://schemas.openxmlformats.org/officeDocument/2006/relationships/hyperlink" Target="https://github.com/samquansah-algo/nbc-vct/blob/main/marketing/OUTREACH_MESSAGES.md" TargetMode="External"/><Relationship Id="rId15" Type="http://schemas.openxmlformats.org/officeDocument/2006/relationships/hyperlink" Target="https://github.com/samquansah-algo/nbc-vct/blob/main/marketing/INTERVIEW_TRACKER.md" TargetMode="External"/><Relationship Id="rId17" Type="http://schemas.openxmlformats.org/officeDocument/2006/relationships/hyperlink" Target="https://github.com/samquansah-algo/nbc-vct/blob/main/marketing/MARKETING_STRATEGY.md" TargetMode="External"/><Relationship Id="rId19" Type="http://schemas.openxmlformats.org/officeDocument/2006/relationships/hyperlink" Target="https://github.com/samquansah-algo/nbc-vct/blob/main/thesis/NBC_Thesis_and_Strategy_v5.md" TargetMode="External"/><Relationship Id="rId21" Type="http://schemas.openxmlformats.org/officeDocument/2006/relationships/hyperlink" Target="https://github.com/samquansah-algo/nbc-vct/blob/main/forecasting/ECONOMICS.md" TargetMode="External"/><Relationship Id="rId23" Type="http://schemas.openxmlformats.org/officeDocument/2006/relationships/hyperlink" Target="https://github.com/samquansah-algo/nbc-vct/blob/main/forecasting/BENCHMARKS.md" TargetMode="External"/><Relationship Id="rId25" Type="http://schemas.openxmlformats.org/officeDocument/2006/relationships/hyperlink" Target="https://github.com/samquansah-algo/nbc-vct/blob/main/tactics-milestones/DEADLINES.md" TargetMode="External"/><Relationship Id="rId27" Type="http://schemas.openxmlformats.org/officeDocument/2006/relationships/hyperlink" Target="https://github.com/samquansah-algo/nbc-vct/blob/main/tactics-milestones/WEEKLY_DECISION_RECORD.md" TargetMode="External"/><Relationship Id="rId29" Type="http://schemas.openxmlformats.org/officeDocument/2006/relationships/hyperlink" Target="https://github.com/samquansah-algo/nbc-vct/blob/main/brand/NBC_Brand_Guide.pdf" TargetMode="External"/><Relationship Id="rId31" Type="http://schemas.openxmlformats.org/officeDocument/2006/relationships/hyperlink" Target="https://github.com/samquansah-algo/nbc-vct" TargetMode="External"/><Relationship Id="rId33" Type="http://schemas.openxmlformats.org/officeDocument/2006/relationships/hyperlink" Target="https://github.com/samquansah-algo/nbc-vct" TargetMode="External"/><Relationship Id="rId35" Type="http://schemas.openxmlformats.org/officeDocument/2006/relationships/hyperlink" Target="https://github.com/samquansah-algo/nbc-vct" TargetMode="External"/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4" Type="http://schemas.openxmlformats.org/officeDocument/2006/relationships/image" Target="../media/image-40-3.png"/><Relationship Id="rId6" Type="http://schemas.openxmlformats.org/officeDocument/2006/relationships/image" Target="../media/image-40-4.png"/><Relationship Id="rId8" Type="http://schemas.openxmlformats.org/officeDocument/2006/relationships/image" Target="../media/image-40-5.png"/><Relationship Id="rId10" Type="http://schemas.openxmlformats.org/officeDocument/2006/relationships/image" Target="../media/image-40-6.png"/><Relationship Id="rId12" Type="http://schemas.openxmlformats.org/officeDocument/2006/relationships/image" Target="../media/image-40-7.png"/><Relationship Id="rId14" Type="http://schemas.openxmlformats.org/officeDocument/2006/relationships/image" Target="../media/image-40-8.png"/><Relationship Id="rId16" Type="http://schemas.openxmlformats.org/officeDocument/2006/relationships/image" Target="../media/image-40-9.png"/><Relationship Id="rId18" Type="http://schemas.openxmlformats.org/officeDocument/2006/relationships/image" Target="../media/image-40-10.png"/><Relationship Id="rId20" Type="http://schemas.openxmlformats.org/officeDocument/2006/relationships/image" Target="../media/image-40-11.png"/><Relationship Id="rId22" Type="http://schemas.openxmlformats.org/officeDocument/2006/relationships/image" Target="../media/image-40-12.png"/><Relationship Id="rId24" Type="http://schemas.openxmlformats.org/officeDocument/2006/relationships/image" Target="../media/image-40-13.png"/><Relationship Id="rId26" Type="http://schemas.openxmlformats.org/officeDocument/2006/relationships/image" Target="../media/image-40-14.png"/><Relationship Id="rId28" Type="http://schemas.openxmlformats.org/officeDocument/2006/relationships/image" Target="../media/image-40-15.png"/><Relationship Id="rId30" Type="http://schemas.openxmlformats.org/officeDocument/2006/relationships/image" Target="../media/image-40-16.png"/><Relationship Id="rId32" Type="http://schemas.openxmlformats.org/officeDocument/2006/relationships/image" Target="../media/image-40-17.png"/><Relationship Id="rId34" Type="http://schemas.openxmlformats.org/officeDocument/2006/relationships/image" Target="../media/image-40-18.png"/><Relationship Id="rId36" Type="http://schemas.openxmlformats.org/officeDocument/2006/relationships/slideLayout" Target="../slideLayouts/slideLayout1.xml"/><Relationship Id="rId37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3458840"/>
            <a:ext cx="2062162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1-market-research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5638" y="3458840"/>
            <a:ext cx="842963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325" y="3458840"/>
            <a:ext cx="1614488" cy="1571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887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7650" y="4760119"/>
            <a:ext cx="4143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6012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#hypotheses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775" y="4760119"/>
            <a:ext cx="105251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0487" y="4760119"/>
            <a:ext cx="5715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275" y="4760119"/>
            <a:ext cx="747712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58987"/>
            <a:ext cx="1219200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142729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foundation.ghanarobotic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658987"/>
            <a:ext cx="1809750" cy="39052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oundation.ghanarobotic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2958033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library.gov.gh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7225" y="1658987"/>
            <a:ext cx="1733550" cy="1952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library.gov.gh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37225" y="2762771"/>
            <a:ext cx="2235175" cy="142875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set.education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977851"/>
            <a:ext cx="2019300" cy="3905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set.education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496866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akersplacegh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977851"/>
            <a:ext cx="1724025" cy="1952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akersplacegh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3301603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58987"/>
            <a:ext cx="1533525" cy="3905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facebook.com/groups/librarymaker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2958033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658987"/>
            <a:ext cx="1471613" cy="1952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2982739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scratchfoundation.org/scratch-meetups-learn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7225" y="1658987"/>
            <a:ext cx="1862137" cy="1952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scratchfoundation.org/scratch-meetups-learn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37225" y="3202707"/>
            <a:ext cx="2235175" cy="142875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8962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977851"/>
            <a:ext cx="990600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301603"/>
            <a:ext cx="2235175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4375" y="1977851"/>
            <a:ext cx="1981200" cy="39052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isl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4375" y="3276898"/>
            <a:ext cx="2235175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1288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7050" y="4760119"/>
            <a:ext cx="1343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27527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650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24777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hanacodeclub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012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4088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80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2371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9962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1881187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51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909762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885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775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609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3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102870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625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6859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isl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4163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725" y="2084710"/>
            <a:ext cx="1676400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2752725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6650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744712"/>
            <a:ext cx="124777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hanacodeclub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012" y="174471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4088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80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2371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facebook.com/groups/librarymaker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9962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1881187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5112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microbit.org/champion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909762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microbit.org/champions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916162"/>
            <a:ext cx="222885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775" y="191616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916162"/>
            <a:ext cx="1609725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scratchfoundation.org/scratch-meetups-learn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3" y="1916162"/>
            <a:ext cx="352425" cy="1333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44712"/>
            <a:ext cx="102870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625" y="1744712"/>
            <a:ext cx="352425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264718"/>
            <a:ext cx="962025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0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6513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525" y="4760119"/>
            <a:ext cx="6000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760119"/>
            <a:ext cx="6762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463" y="1624012"/>
            <a:ext cx="347663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8463" y="3014663"/>
            <a:ext cx="1123950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243" y="1624012"/>
            <a:ext cx="1123950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4243" y="1971675"/>
            <a:ext cx="1552575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4243" y="2319337"/>
            <a:ext cx="1743075" cy="18573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reddit.com/r/homeschool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4243" y="2667000"/>
            <a:ext cx="909638" cy="18573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isl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74243" y="3014663"/>
            <a:ext cx="271463" cy="18573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2063" y="1724695"/>
            <a:ext cx="1724025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2284586"/>
            <a:ext cx="438150" cy="1809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250" y="2284586"/>
            <a:ext cx="833437" cy="1809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7387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53150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4163" y="4760119"/>
            <a:ext cx="900113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INTERVIEW_TRACKER.md#outreach-log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10475" y="4760119"/>
            <a:ext cx="60960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450" y="3567485"/>
            <a:ext cx="500063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713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9475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0487" y="4760119"/>
            <a:ext cx="509587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worldbank.org/en/topic/education/brief/learning-poverty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2604492"/>
            <a:ext cx="676275" cy="1714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arxiv.org/abs/2402.0980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777803"/>
            <a:ext cx="504825" cy="1714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hanacodeclub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8975" y="2257871"/>
            <a:ext cx="1014413" cy="1714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oundation.ghanarobotics.org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950" y="2431182"/>
            <a:ext cx="304800" cy="1714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library.gov.gh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9425" y="2431182"/>
            <a:ext cx="652463" cy="1714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microbit.org/champions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95837" y="2777803"/>
            <a:ext cx="3343275" cy="34476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62538" y="4760119"/>
            <a:ext cx="333375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48300" y="4760119"/>
            <a:ext cx="404813" cy="128588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929313" y="4760119"/>
            <a:ext cx="762000" cy="128588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767512" y="4760119"/>
            <a:ext cx="590550" cy="128588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ithub.com/samquansah-algo/nbc-vct/blob/main/research/simulated/synthesis_memo.md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434262" y="4760119"/>
            <a:ext cx="785813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450" y="2817763"/>
            <a:ext cx="285750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538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8300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9313" y="4760119"/>
            <a:ext cx="762000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7512" y="4760119"/>
            <a:ext cx="590550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research/simulated/synthesis_memo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4262" y="4760119"/>
            <a:ext cx="785813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031" y="2187401"/>
            <a:ext cx="347663" cy="18573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849" y="2187401"/>
            <a:ext cx="795338" cy="365224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849" y="2708300"/>
            <a:ext cx="795338" cy="365224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9849" y="3229198"/>
            <a:ext cx="909638" cy="365224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206" y="2187401"/>
            <a:ext cx="881063" cy="365224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reddit.com/r/homeschool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206" y="2708300"/>
            <a:ext cx="909638" cy="18573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isl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7206" y="3049712"/>
            <a:ext cx="271463" cy="18573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32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987" y="4760119"/>
            <a:ext cx="4048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0" y="4760119"/>
            <a:ext cx="60007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138" y="4760119"/>
            <a:ext cx="571500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2837" y="4760119"/>
            <a:ext cx="7572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138" y="4760119"/>
            <a:ext cx="571500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2837" y="4760119"/>
            <a:ext cx="7572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97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5737" y="4760119"/>
            <a:ext cx="414338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431331"/>
            <a:ext cx="1485900" cy="1809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uis.unesco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2804592"/>
            <a:ext cx="900113" cy="1809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150" y="2617961"/>
            <a:ext cx="314325" cy="1809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7738" y="3362697"/>
            <a:ext cx="1252537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3362697"/>
            <a:ext cx="619125" cy="142875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05575" y="4760119"/>
            <a:ext cx="333375" cy="128588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91338" y="4760119"/>
            <a:ext cx="509587" cy="128588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forecasting/projections_scenarios.csv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77125" y="4760119"/>
            <a:ext cx="742950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562" y="2593107"/>
            <a:ext cx="962025" cy="12382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713" y="4760119"/>
            <a:ext cx="333375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475" y="4760119"/>
            <a:ext cx="714375" cy="128588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9050" y="4760119"/>
            <a:ext cx="5810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7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488" y="4760119"/>
            <a:ext cx="46196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6650" y="4760119"/>
            <a:ext cx="7334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725" y="4760119"/>
            <a:ext cx="333375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488" y="4760119"/>
            <a:ext cx="461962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6650" y="4760119"/>
            <a:ext cx="733425" cy="12858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90" y="1301800"/>
            <a:ext cx="19050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390" y="1461790"/>
            <a:ext cx="16478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390" y="1621780"/>
            <a:ext cx="1066800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390" y="1781770"/>
            <a:ext cx="1109662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390" y="1941761"/>
            <a:ext cx="1795462" cy="157163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OUTREACH_MESSAGES.md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3390" y="2101751"/>
            <a:ext cx="1619250" cy="157163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3390" y="2261741"/>
            <a:ext cx="1862137" cy="157163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ithub.com/samquansah-algo/nbc-vct/blob/main/marketing/MARKETING_STRATEGY.md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804395" y="1301800"/>
            <a:ext cx="1033462" cy="157163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04395" y="1461790"/>
            <a:ext cx="495300" cy="157163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04395" y="1621780"/>
            <a:ext cx="1919287" cy="157163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804395" y="1781770"/>
            <a:ext cx="676275" cy="157163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04395" y="1941761"/>
            <a:ext cx="538163" cy="157163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804395" y="2101751"/>
            <a:ext cx="1257300" cy="157163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804395" y="2261741"/>
            <a:ext cx="976312" cy="157163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ithub.com/samquansah-algo/nbc-vct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28788" y="2564606"/>
            <a:ext cx="1362075" cy="1333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ithub.com/samquansah-algo/nbc-vct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334250" y="4760119"/>
            <a:ext cx="333375" cy="128588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github.com/samquansah-algo/nbc-vct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720012" y="4760119"/>
            <a:ext cx="500063" cy="1285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 Market Research Tactical Playbook</dc:title>
  <dc:subject>PptxGenJS Presentation</dc:subject>
  <dc:creator>Team NBC (Algo Peers)</dc:creator>
  <cp:lastModifiedBy>Team NBC (Algo Peers)</cp:lastModifiedBy>
  <cp:revision>1</cp:revision>
  <dcterms:created xsi:type="dcterms:W3CDTF">2026-09-28T04:39:09Z</dcterms:created>
  <dcterms:modified xsi:type="dcterms:W3CDTF">2026-09-28T04:39:09Z</dcterms:modified>
</cp:coreProperties>
</file>