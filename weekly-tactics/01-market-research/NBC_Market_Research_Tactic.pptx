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set.education/" TargetMode="External"/><Relationship Id="rId11" Type="http://schemas.openxmlformats.org/officeDocument/2006/relationships/hyperlink" Target="https://makersplacegh.com/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image" Target="../media/image-5-4.png"/><Relationship Id="rId8" Type="http://schemas.openxmlformats.org/officeDocument/2006/relationships/image" Target="../media/image-5-5.png"/><Relationship Id="rId10" Type="http://schemas.openxmlformats.org/officeDocument/2006/relationships/image" Target="../media/image-5-6.png"/><Relationship Id="rId12" Type="http://schemas.openxmlformats.org/officeDocument/2006/relationships/image" Target="../media/image-5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image" Target="../media/image-6-4.png"/><Relationship Id="rId8" Type="http://schemas.openxmlformats.org/officeDocument/2006/relationships/image" Target="../media/image-6-5.png"/><Relationship Id="rId10" Type="http://schemas.openxmlformats.org/officeDocument/2006/relationships/image" Target="../media/image-6-6.png"/><Relationship Id="rId12" Type="http://schemas.openxmlformats.org/officeDocument/2006/relationships/image" Target="../media/image-6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www.facebook.com/groups/librarymaker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www.scratchfoundation.org/scratch-meetups-learn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INTERVIEW_TRACKER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www.facebook.com/groups/librarymaker/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www.scratchfoundation.org/scratch-meetups-learn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github.com/samquansah-algo/nbc-vct/blob/main/marketing/OUTREACH_MESSAGES.md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/blob/main/research/simulated/README.md" TargetMode="External"/><Relationship Id="rId17" Type="http://schemas.openxmlformats.org/officeDocument/2006/relationships/hyperlink" Target="https://github.com/samquansah-algo/nbc-vct/blob/main/marketing/INTERVIEW_TRACKER.md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github.com/samquansah-algo/nbc-vct/blob/main/forecasting/BENCHMARKS.md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marketing/watering_holes_v5.md" TargetMode="External"/><Relationship Id="rId9" Type="http://schemas.openxmlformats.org/officeDocument/2006/relationships/hyperlink" Target="https://github.com/samquansah-algo/nbc-vct/blob/main/marketing/OUTREACH_MESSAGES.md" TargetMode="External"/><Relationship Id="rId11" Type="http://schemas.openxmlformats.org/officeDocument/2006/relationships/hyperlink" Target="https://github.com/samquansah-algo/nbc-vct/blob/main/marketing/INTERVIEW_TRACKER.md" TargetMode="External"/><Relationship Id="rId13" Type="http://schemas.openxmlformats.org/officeDocument/2006/relationships/hyperlink" Target="https://github.com/samquansah-algo/nbc-vct/blob/main/marketing/MARKETING_STRATEGY.md" TargetMode="External"/><Relationship Id="rId15" Type="http://schemas.openxmlformats.org/officeDocument/2006/relationships/hyperlink" Target="https://github.com/samquansah-algo/nbc-vct/blob/main/thesis/NBC_Thesis_and_Strategy_v5.md" TargetMode="External"/><Relationship Id="rId17" Type="http://schemas.openxmlformats.org/officeDocument/2006/relationships/hyperlink" Target="https://github.com/samquansah-algo/nbc-vct/blob/main/forecasting/ECONOMICS.md" TargetMode="External"/><Relationship Id="rId19" Type="http://schemas.openxmlformats.org/officeDocument/2006/relationships/hyperlink" Target="https://github.com/samquansah-algo/nbc-vct/blob/main/forecasting/BENCHMARKS.md" TargetMode="External"/><Relationship Id="rId21" Type="http://schemas.openxmlformats.org/officeDocument/2006/relationships/hyperlink" Target="https://github.com/samquansah-algo/nbc-vct/blob/main/tactics-milestones/DEADLINES.md" TargetMode="External"/><Relationship Id="rId23" Type="http://schemas.openxmlformats.org/officeDocument/2006/relationships/hyperlink" Target="https://github.com/samquansah-algo/nbc-vct/blob/main/tactics-milestones/WEEKLY_DECISION_RECORD.md" TargetMode="External"/><Relationship Id="rId2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773338"/>
            <a:ext cx="1314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4575" y="2766194"/>
            <a:ext cx="1314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2495178"/>
            <a:ext cx="131445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set.education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4975" y="2909069"/>
            <a:ext cx="1314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makersplacegh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5175" y="2645197"/>
            <a:ext cx="1314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2512" y="3653879"/>
            <a:ext cx="7334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888382"/>
            <a:ext cx="1314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4575" y="3092202"/>
            <a:ext cx="1314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3038401"/>
            <a:ext cx="131445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4975" y="2745507"/>
            <a:ext cx="1314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5175" y="2738363"/>
            <a:ext cx="1314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2512" y="3553197"/>
            <a:ext cx="7334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763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103066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2750" y="3103066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6037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2870002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8388" y="2870002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638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2300" y="2975000"/>
            <a:ext cx="338137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763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2875062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2750" y="2875062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6037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2755999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8388" y="2755999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638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0187" y="3114973"/>
            <a:ext cx="923925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043" y="2596604"/>
            <a:ext cx="728663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8" y="2596604"/>
            <a:ext cx="319088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3" y="2688357"/>
            <a:ext cx="1257300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" y="2821707"/>
            <a:ext cx="2214563" cy="2619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6750" y="2128317"/>
            <a:ext cx="2228850" cy="2619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8363" y="2261667"/>
            <a:ext cx="233362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350" y="2261667"/>
            <a:ext cx="357188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35325" y="2795067"/>
            <a:ext cx="92392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research/simulated/README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5038" y="2661717"/>
            <a:ext cx="34766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76637" y="3701802"/>
            <a:ext cx="10048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0513" y="3244900"/>
            <a:ext cx="75247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188" y="3244900"/>
            <a:ext cx="923925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109662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795462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16192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862137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033462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04395" y="1301800"/>
            <a:ext cx="495300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04395" y="1461790"/>
            <a:ext cx="1919287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621780"/>
            <a:ext cx="676275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781770"/>
            <a:ext cx="538163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941761"/>
            <a:ext cx="1257300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2101751"/>
            <a:ext cx="976312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2026-09-28T03:54:27Z</dcterms:created>
  <dcterms:modified xsi:type="dcterms:W3CDTF">2026-09-28T03:54:27Z</dcterms:modified>
</cp:coreProperties>
</file>