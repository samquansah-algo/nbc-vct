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image" Target="../media/image-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5" Type="http://schemas.openxmlformats.org/officeDocument/2006/relationships/hyperlink" Target="https://github.com/samquansah-algo/nbc-vct/blob/main/brand/BRAND.md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4" Type="http://schemas.openxmlformats.org/officeDocument/2006/relationships/image" Target="../media/image-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SCRIPT.md#hypotheses" TargetMode="External"/><Relationship Id="rId5" Type="http://schemas.openxmlformats.org/officeDocument/2006/relationships/hyperlink" Target="https://github.com/samquansah-algo/nbc-vct/blob/main/strategy/NBC_Tactical_Playbook_v5.md" TargetMode="Externa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image" Target="../media/image-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foundation.ghanarobotics.org/" TargetMode="External"/><Relationship Id="rId7" Type="http://schemas.openxmlformats.org/officeDocument/2006/relationships/hyperlink" Target="https://www.library.gov.gh/" TargetMode="External"/><Relationship Id="rId9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4" Type="http://schemas.openxmlformats.org/officeDocument/2006/relationships/image" Target="../media/image-6-3.png"/><Relationship Id="rId6" Type="http://schemas.openxmlformats.org/officeDocument/2006/relationships/image" Target="../media/image-6-4.png"/><Relationship Id="rId8" Type="http://schemas.openxmlformats.org/officeDocument/2006/relationships/image" Target="../media/image-6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gset.education/" TargetMode="External"/><Relationship Id="rId5" Type="http://schemas.openxmlformats.org/officeDocument/2006/relationships/hyperlink" Target="https://makersplacegh.com/" TargetMode="External"/><Relationship Id="rId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4" Type="http://schemas.openxmlformats.org/officeDocument/2006/relationships/image" Target="../media/image-7-3.png"/><Relationship Id="rId6" Type="http://schemas.openxmlformats.org/officeDocument/2006/relationships/image" Target="../media/image-7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acebook.com/groups/librarymaker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www.scratchfoundation.org/scratch-meetups-learn" TargetMode="External"/><Relationship Id="rId9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4" Type="http://schemas.openxmlformats.org/officeDocument/2006/relationships/image" Target="../media/image-8-3.png"/><Relationship Id="rId6" Type="http://schemas.openxmlformats.org/officeDocument/2006/relationships/image" Target="../media/image-8-4.png"/><Relationship Id="rId8" Type="http://schemas.openxmlformats.org/officeDocument/2006/relationships/image" Target="../media/image-8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github.com/samquansah-algo/nbc-vct/blob/main/marketing/watering_holes_v5.md" TargetMode="Externa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image" Target="../media/image-9-3.png"/><Relationship Id="rId6" Type="http://schemas.openxmlformats.org/officeDocument/2006/relationships/image" Target="../media/image-9-4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4" Type="http://schemas.openxmlformats.org/officeDocument/2006/relationships/image" Target="../media/image-10-3.png"/><Relationship Id="rId6" Type="http://schemas.openxmlformats.org/officeDocument/2006/relationships/image" Target="../media/image-10-4.png"/><Relationship Id="rId8" Type="http://schemas.openxmlformats.org/officeDocument/2006/relationships/image" Target="../media/image-10-5.png"/><Relationship Id="rId10" Type="http://schemas.openxmlformats.org/officeDocument/2006/relationships/image" Target="../media/image-10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facebook.com/groups/librarymaker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4" Type="http://schemas.openxmlformats.org/officeDocument/2006/relationships/image" Target="../media/image-11-3.png"/><Relationship Id="rId6" Type="http://schemas.openxmlformats.org/officeDocument/2006/relationships/image" Target="../media/image-11-4.png"/><Relationship Id="rId8" Type="http://schemas.openxmlformats.org/officeDocument/2006/relationships/image" Target="../media/image-11-5.png"/><Relationship Id="rId10" Type="http://schemas.openxmlformats.org/officeDocument/2006/relationships/image" Target="../media/image-11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6" Type="http://schemas.openxmlformats.org/officeDocument/2006/relationships/image" Target="../media/image-12-4.png"/><Relationship Id="rId8" Type="http://schemas.openxmlformats.org/officeDocument/2006/relationships/image" Target="../media/image-12-5.png"/><Relationship Id="rId10" Type="http://schemas.openxmlformats.org/officeDocument/2006/relationships/image" Target="../media/image-12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www.scratchfoundation.org/scratch-meetups-learn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4" Type="http://schemas.openxmlformats.org/officeDocument/2006/relationships/image" Target="../media/image-13-3.png"/><Relationship Id="rId6" Type="http://schemas.openxmlformats.org/officeDocument/2006/relationships/image" Target="../media/image-13-4.png"/><Relationship Id="rId8" Type="http://schemas.openxmlformats.org/officeDocument/2006/relationships/image" Target="../media/image-13-5.png"/><Relationship Id="rId10" Type="http://schemas.openxmlformats.org/officeDocument/2006/relationships/image" Target="../media/image-13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www.isls.org/" TargetMode="External"/><Relationship Id="rId7" Type="http://schemas.openxmlformats.org/officeDocument/2006/relationships/hyperlink" Target="https://github.com/samquansah-algo/nbc-vct/blob/main/marketing/OUTREACH_MESSAGES.md#v1-first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4" Type="http://schemas.openxmlformats.org/officeDocument/2006/relationships/image" Target="../media/image-14-3.png"/><Relationship Id="rId6" Type="http://schemas.openxmlformats.org/officeDocument/2006/relationships/image" Target="../media/image-14-4.png"/><Relationship Id="rId8" Type="http://schemas.openxmlformats.org/officeDocument/2006/relationships/image" Target="../media/image-14-5.png"/><Relationship Id="rId10" Type="http://schemas.openxmlformats.org/officeDocument/2006/relationships/image" Target="../media/image-14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brary.gov.gh/" TargetMode="External"/><Relationship Id="rId5" Type="http://schemas.openxmlformats.org/officeDocument/2006/relationships/hyperlink" Target="https://www.facebook.com/groups/librarymaker/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8" Type="http://schemas.openxmlformats.org/officeDocument/2006/relationships/image" Target="../media/image-16-5.png"/><Relationship Id="rId10" Type="http://schemas.openxmlformats.org/officeDocument/2006/relationships/image" Target="../media/image-16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sls.org/" TargetMode="External"/><Relationship Id="rId5" Type="http://schemas.openxmlformats.org/officeDocument/2006/relationships/hyperlink" Target="https://microbit.org/champions/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4" Type="http://schemas.openxmlformats.org/officeDocument/2006/relationships/image" Target="../media/image-17-3.png"/><Relationship Id="rId6" Type="http://schemas.openxmlformats.org/officeDocument/2006/relationships/image" Target="../media/image-17-4.png"/><Relationship Id="rId8" Type="http://schemas.openxmlformats.org/officeDocument/2006/relationships/image" Target="../media/image-17-5.png"/><Relationship Id="rId10" Type="http://schemas.openxmlformats.org/officeDocument/2006/relationships/image" Target="../media/image-17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makersplacegh.com/" TargetMode="External"/><Relationship Id="rId5" Type="http://schemas.openxmlformats.org/officeDocument/2006/relationships/hyperlink" Target="https://www.scratchfoundation.org/scratch-meetups-learn" TargetMode="External"/><Relationship Id="rId7" Type="http://schemas.openxmlformats.org/officeDocument/2006/relationships/hyperlink" Target="https://github.com/samquansah-algo/nbc-vct/blob/main/marketing/OUTREACH_MESSAGES.md#v2-refined-messages" TargetMode="External"/><Relationship Id="rId9" Type="http://schemas.openxmlformats.org/officeDocument/2006/relationships/hyperlink" Target="https://github.com/samquansah-algo/nbc-vct/blob/main/marketing/OUTREACH_MESSAGES.md#send-schedule-tactic-week-wed-23--tue-29-sep" TargetMode="External"/><Relationship Id="rId11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4" Type="http://schemas.openxmlformats.org/officeDocument/2006/relationships/image" Target="../media/image-18-3.png"/><Relationship Id="rId6" Type="http://schemas.openxmlformats.org/officeDocument/2006/relationships/image" Target="../media/image-18-4.png"/><Relationship Id="rId8" Type="http://schemas.openxmlformats.org/officeDocument/2006/relationships/image" Target="../media/image-18-5.png"/><Relationship Id="rId10" Type="http://schemas.openxmlformats.org/officeDocument/2006/relationships/image" Target="../media/image-18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reddit.com/r/homeschool/" TargetMode="External"/><Relationship Id="rId5" Type="http://schemas.openxmlformats.org/officeDocument/2006/relationships/hyperlink" Target="https://github.com/samquansah-algo/nbc-vct/blob/main/marketing/OUTREACH_MESSAGES.md#v2-refined-messages" TargetMode="External"/><Relationship Id="rId7" Type="http://schemas.openxmlformats.org/officeDocument/2006/relationships/hyperlink" Target="https://github.com/samquansah-algo/nbc-vct/blob/main/marketing/OUTREACH_MESSAGES.md#send-schedule-tactic-week-wed-23--tue-29-sep" TargetMode="External"/><Relationship Id="rId9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4" Type="http://schemas.openxmlformats.org/officeDocument/2006/relationships/image" Target="../media/image-19-3.png"/><Relationship Id="rId6" Type="http://schemas.openxmlformats.org/officeDocument/2006/relationships/image" Target="../media/image-19-4.png"/><Relationship Id="rId8" Type="http://schemas.openxmlformats.org/officeDocument/2006/relationships/image" Target="../media/image-19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foundation.ghanarobotics.org/" TargetMode="External"/><Relationship Id="rId5" Type="http://schemas.openxmlformats.org/officeDocument/2006/relationships/hyperlink" Target="https://ghanacodeclub.org/" TargetMode="External"/><Relationship Id="rId7" Type="http://schemas.openxmlformats.org/officeDocument/2006/relationships/hyperlink" Target="https://github.com/samquansah-algo/nbc-vct/blob/main/marketing/INTERVIEW_TRACKER.md#interview-schedule" TargetMode="External"/><Relationship Id="rId9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4" Type="http://schemas.openxmlformats.org/officeDocument/2006/relationships/image" Target="../media/image-20-3.png"/><Relationship Id="rId6" Type="http://schemas.openxmlformats.org/officeDocument/2006/relationships/image" Target="../media/image-20-4.png"/><Relationship Id="rId8" Type="http://schemas.openxmlformats.org/officeDocument/2006/relationships/image" Target="../media/image-20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ghanacodeclub.org/" TargetMode="External"/><Relationship Id="rId5" Type="http://schemas.openxmlformats.org/officeDocument/2006/relationships/hyperlink" Target="https://www.library.gov.gh/" TargetMode="External"/><Relationship Id="rId7" Type="http://schemas.openxmlformats.org/officeDocument/2006/relationships/hyperlink" Target="https://www.facebook.com/groups/librarymaker/" TargetMode="External"/><Relationship Id="rId9" Type="http://schemas.openxmlformats.org/officeDocument/2006/relationships/hyperlink" Target="https://www.reddit.com/r/homeschool/" TargetMode="External"/><Relationship Id="rId11" Type="http://schemas.openxmlformats.org/officeDocument/2006/relationships/hyperlink" Target="https://www.isls.org/" TargetMode="External"/><Relationship Id="rId13" Type="http://schemas.openxmlformats.org/officeDocument/2006/relationships/hyperlink" Target="https://github.com/samquansah-algo/nbc-vct/blob/main/marketing/INTERVIEW_TRACKER.md#interview-schedule" TargetMode="External"/><Relationship Id="rId15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6" Type="http://schemas.openxmlformats.org/officeDocument/2006/relationships/image" Target="../media/image-21-4.png"/><Relationship Id="rId8" Type="http://schemas.openxmlformats.org/officeDocument/2006/relationships/image" Target="../media/image-21-5.png"/><Relationship Id="rId10" Type="http://schemas.openxmlformats.org/officeDocument/2006/relationships/image" Target="../media/image-21-6.png"/><Relationship Id="rId12" Type="http://schemas.openxmlformats.org/officeDocument/2006/relationships/image" Target="../media/image-21-7.png"/><Relationship Id="rId14" Type="http://schemas.openxmlformats.org/officeDocument/2006/relationships/image" Target="../media/image-21-8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1LfHholpkKC0vhpQ7z_DvRme57lPln2jZR7Nm4EMrjg/edit" TargetMode="External"/><Relationship Id="rId5" Type="http://schemas.openxmlformats.org/officeDocument/2006/relationships/hyperlink" Target="https://docs.google.com/spreadsheets/d/11LfHholpkKC0vhpQ7z_DvRme57lPln2jZR7Nm4EMrjg/edit" TargetMode="External"/><Relationship Id="rId7" Type="http://schemas.openxmlformats.org/officeDocument/2006/relationships/hyperlink" Target="https://github.com/samquansah-algo/nbc-vct/blob/main/marketing/crm/README.md" TargetMode="External"/><Relationship Id="rId9" Type="http://schemas.openxmlformats.org/officeDocument/2006/relationships/hyperlink" Target="https://github.com/samquansah-algo/nbc-vct/blob/main/marketing/INTERVIEW_SCRIPT.md" TargetMode="Externa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4" Type="http://schemas.openxmlformats.org/officeDocument/2006/relationships/image" Target="../media/image-22-3.png"/><Relationship Id="rId6" Type="http://schemas.openxmlformats.org/officeDocument/2006/relationships/image" Target="../media/image-22-4.png"/><Relationship Id="rId8" Type="http://schemas.openxmlformats.org/officeDocument/2006/relationships/image" Target="../media/image-22-5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orldbank.org/en/topic/education/brief/learning-poverty" TargetMode="External"/><Relationship Id="rId5" Type="http://schemas.openxmlformats.org/officeDocument/2006/relationships/hyperlink" Target="https://arxiv.org/abs/2402.09809" TargetMode="External"/><Relationship Id="rId7" Type="http://schemas.openxmlformats.org/officeDocument/2006/relationships/hyperlink" Target="https://github.com/samquansah-algo/nbc-vct/blob/main/forecasting/BENCHMARKS.md" TargetMode="External"/><Relationship Id="rId9" Type="http://schemas.openxmlformats.org/officeDocument/2006/relationships/hyperlink" Target="https://github.com/samquansah-algo/nbc-vct/blob/main/marketing/watering_holes_v5.md" TargetMode="External"/><Relationship Id="rId11" Type="http://schemas.openxmlformats.org/officeDocument/2006/relationships/hyperlink" Target="https://github.com/samquansah-algo/nbc-vct/blob/main/marketing/INTERVIEW_TRACKER.md" TargetMode="External"/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4" Type="http://schemas.openxmlformats.org/officeDocument/2006/relationships/image" Target="../media/image-23-3.png"/><Relationship Id="rId6" Type="http://schemas.openxmlformats.org/officeDocument/2006/relationships/image" Target="../media/image-23-4.png"/><Relationship Id="rId8" Type="http://schemas.openxmlformats.org/officeDocument/2006/relationships/image" Target="../media/image-23-5.png"/><Relationship Id="rId10" Type="http://schemas.openxmlformats.org/officeDocument/2006/relationships/image" Target="../media/image-23-6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sights-grid" TargetMode="External"/><Relationship Id="rId5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4" Type="http://schemas.openxmlformats.org/officeDocument/2006/relationships/image" Target="../media/image-2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sights-grid" TargetMode="External"/><Relationship Id="rId5" Type="http://schemas.openxmlformats.org/officeDocument/2006/relationships/hyperlink" Target="https://docs.google.com/spreadsheets/d/11LfHholpkKC0vhpQ7z_DvRme57lPln2jZR7Nm4EMrjg/edit" TargetMode="External"/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4" Type="http://schemas.openxmlformats.org/officeDocument/2006/relationships/image" Target="../media/image-25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marketing/INTERVIEW_TRACKER.md#insights-grid" TargetMode="External"/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strategy/NBC_Tactical_Playbook_v5.md" TargetMode="External"/><Relationship Id="rId5" Type="http://schemas.openxmlformats.org/officeDocument/2006/relationships/hyperlink" Target="https://github.com/samquansah-algo/nbc-vct/blob/main/tactics-milestones/24_STEPS_TRACKER.md" TargetMode="External"/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4" Type="http://schemas.openxmlformats.org/officeDocument/2006/relationships/image" Target="../media/image-27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" TargetMode="External"/><Relationship Id="rId5" Type="http://schemas.openxmlformats.org/officeDocument/2006/relationships/hyperlink" Target="https://github.com/samquansah-algo/nbc-tnt" TargetMode="External"/><Relationship Id="rId7" Type="http://schemas.openxmlformats.org/officeDocument/2006/relationships/hyperlink" Target="https://docs.google.com/spreadsheets/d/11LfHholpkKC0vhpQ7z_DvRme57lPln2jZR7Nm4EMrjg/edit" TargetMode="External"/><Relationship Id="rId9" Type="http://schemas.openxmlformats.org/officeDocument/2006/relationships/hyperlink" Target="https://github.com/samquansah-algo/nbc-vct" TargetMode="External"/><Relationship Id="rId11" Type="http://schemas.openxmlformats.org/officeDocument/2006/relationships/hyperlink" Target="https://github.com/samquansah-algo/nbc-vct/blob/main/marketing/crm/README.md" TargetMode="External"/><Relationship Id="rId13" Type="http://schemas.openxmlformats.org/officeDocument/2006/relationships/hyperlink" Target="https://github.com/samquansah-algo/nbc-tnt/blob/main/deck/NBC_Deck.pdf" TargetMode="Externa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4" Type="http://schemas.openxmlformats.org/officeDocument/2006/relationships/image" Target="../media/image-28-3.png"/><Relationship Id="rId6" Type="http://schemas.openxmlformats.org/officeDocument/2006/relationships/image" Target="../media/image-28-4.png"/><Relationship Id="rId8" Type="http://schemas.openxmlformats.org/officeDocument/2006/relationships/image" Target="../media/image-28-5.png"/><Relationship Id="rId10" Type="http://schemas.openxmlformats.org/officeDocument/2006/relationships/image" Target="../media/image-28-6.png"/><Relationship Id="rId12" Type="http://schemas.openxmlformats.org/officeDocument/2006/relationships/image" Target="../media/image-28-7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tnt" TargetMode="External"/><Relationship Id="rId5" Type="http://schemas.openxmlformats.org/officeDocument/2006/relationships/hyperlink" Target="https://github.com/samquansah-algo/nbc-tnt" TargetMode="External"/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4" Type="http://schemas.openxmlformats.org/officeDocument/2006/relationships/image" Target="../media/image-29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hesis/NBC_Thesis_and_Strategy_v5.md" TargetMode="External"/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forecasting/ECONOMICS.md" TargetMode="External"/><Relationship Id="rId5" Type="http://schemas.openxmlformats.org/officeDocument/2006/relationships/hyperlink" Target="https://github.com/samquansah-algo/nbc-vct/blob/main/forecasting/BENCHMARKS.md" TargetMode="External"/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4" Type="http://schemas.openxmlformats.org/officeDocument/2006/relationships/image" Target="../media/image-31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brand/NBC_Brand_Guide.pdf" TargetMode="External"/><Relationship Id="rId5" Type="http://schemas.openxmlformats.org/officeDocument/2006/relationships/hyperlink" Target="https://github.com/samquansah-algo/nbc-vct/blob/main/brand/BRAND.md" TargetMode="External"/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4" Type="http://schemas.openxmlformats.org/officeDocument/2006/relationships/image" Target="../media/image-32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4" Type="http://schemas.openxmlformats.org/officeDocument/2006/relationships/image" Target="../media/image-33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amquansah-algo/nbc-vct/blob/main/tactics-milestones/DEADLINES.md" TargetMode="External"/><Relationship Id="rId5" Type="http://schemas.openxmlformats.org/officeDocument/2006/relationships/hyperlink" Target="https://github.com/samquansah-algo/nbc-vct/blob/main/tactics-milestones/WEEKLY_DECISION_RECORD.md" TargetMode="External"/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4" Type="http://schemas.openxmlformats.org/officeDocument/2006/relationships/image" Target="../media/image-34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3619500"/>
            <a:ext cx="2062162" cy="157163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7488" y="3619500"/>
            <a:ext cx="733425" cy="15716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357188" cy="11430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638" y="4295775"/>
            <a:ext cx="595313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SCRIPT.md#hypotheses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895350" cy="11430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4295775"/>
            <a:ext cx="485775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623888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623888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48513" y="1994446"/>
            <a:ext cx="919162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foundation.ghanarobotic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48513" y="2450009"/>
            <a:ext cx="1433513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library.gov.gh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8513" y="3088109"/>
            <a:ext cx="652463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012" y="4295775"/>
            <a:ext cx="1138237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set.education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994446"/>
            <a:ext cx="70485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akersplacegh.com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2632546"/>
            <a:ext cx="957263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1138237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facebook.com/groups/librarymaker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1338" y="1994446"/>
            <a:ext cx="1690688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1338" y="2632546"/>
            <a:ext cx="1147763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scratchfoundation.org/scratch-meetups-learn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91338" y="3088109"/>
            <a:ext cx="1062038" cy="13335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012" y="4295775"/>
            <a:ext cx="1138237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994446"/>
            <a:ext cx="1219200" cy="13335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2450009"/>
            <a:ext cx="338137" cy="13335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1138237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1838" y="1909762"/>
            <a:ext cx="3286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5513" y="1909762"/>
            <a:ext cx="3286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519112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2562" y="4295775"/>
            <a:ext cx="581025" cy="11430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5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1909762"/>
            <a:ext cx="3286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facebook.com/groups/librarymaker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4213" y="1909762"/>
            <a:ext cx="3286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519112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2562" y="4295775"/>
            <a:ext cx="581025" cy="11430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5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688" y="1909762"/>
            <a:ext cx="3286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637" y="1909762"/>
            <a:ext cx="3286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519112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2562" y="4295775"/>
            <a:ext cx="581025" cy="11430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5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013" y="1909762"/>
            <a:ext cx="3286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scratchfoundation.org/scratch-meetups-learn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9363" y="1909762"/>
            <a:ext cx="3286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519112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2562" y="4295775"/>
            <a:ext cx="581025" cy="11430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5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825" y="1909762"/>
            <a:ext cx="3286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isls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5088" y="1909762"/>
            <a:ext cx="3286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1-first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519112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2562" y="4295775"/>
            <a:ext cx="581025" cy="11430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5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71838" y="1909762"/>
            <a:ext cx="3286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5513" y="1909762"/>
            <a:ext cx="3286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519112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2562" y="4295775"/>
            <a:ext cx="581025" cy="11430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5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library.gov.gh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1909762"/>
            <a:ext cx="3286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facebook.com/groups/librarymaker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4213" y="1909762"/>
            <a:ext cx="3286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519112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2562" y="4295775"/>
            <a:ext cx="581025" cy="11430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5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isl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688" y="1909762"/>
            <a:ext cx="3286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microbit.org/champions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4637" y="1909762"/>
            <a:ext cx="3286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519112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2562" y="4295775"/>
            <a:ext cx="581025" cy="11430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5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makersplacegh.com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7013" y="1909762"/>
            <a:ext cx="3286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scratchfoundation.org/scratch-meetups-learn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9363" y="1909762"/>
            <a:ext cx="328613" cy="128588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519112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52562" y="4295775"/>
            <a:ext cx="581025" cy="11430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5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reddit.com/r/homeschool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7825" y="1909762"/>
            <a:ext cx="328613" cy="128588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marketing/OUTREACH_MESSAGES.md#v2-refined-messages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012" y="4295775"/>
            <a:ext cx="519112" cy="11430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OUTREACH_MESSAGES.md#send-schedule-tactic-week-wed-23--tue-29-se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52562" y="4295775"/>
            <a:ext cx="581025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05025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foundation.ghanarobotics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0100" y="1859235"/>
            <a:ext cx="323850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hanacodeclub.org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70100" y="2951336"/>
            <a:ext cx="1052512" cy="176212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681038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614488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hanacodeclub.org/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2354" y="1859235"/>
            <a:ext cx="1052512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www.library.gov.gh/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2354" y="2132261"/>
            <a:ext cx="1452562" cy="176212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www.facebook.com/groups/librarymaker/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82354" y="2405286"/>
            <a:ext cx="1624012" cy="176212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www.reddit.com/r/homeschool/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82354" y="2678311"/>
            <a:ext cx="838200" cy="176212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www.isls.org/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82354" y="2951336"/>
            <a:ext cx="252412" cy="176212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vct/blob/main/marketing/INTERVIEW_TRACKER.md#interview-schedule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62012" y="4295775"/>
            <a:ext cx="681038" cy="114300"/>
          </a:xfrm>
          <a:prstGeom prst="rect">
            <a:avLst/>
          </a:prstGeom>
        </p:spPr>
      </p:pic>
      <p:pic>
        <p:nvPicPr>
          <p:cNvPr id="9" name="Image 7" descr="preencoded.png">
            <a:hlinkClick r:id="rId1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614488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0912" y="1595437"/>
            <a:ext cx="1676400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012" y="4295775"/>
            <a:ext cx="342900" cy="114300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350" y="4295775"/>
            <a:ext cx="433388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INTERVIEW_SCRIPT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781175" y="4295775"/>
            <a:ext cx="623888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www.worldbank.org/en/topic/education/brief/learning-poverty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3143" y="1816075"/>
            <a:ext cx="695325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arxiv.org/abs/2402.09809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8743" y="2036713"/>
            <a:ext cx="514350" cy="176212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2012" y="4295775"/>
            <a:ext cx="500063" cy="114300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/blob/main/marketing/watering_holes_v5.md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33513" y="4295775"/>
            <a:ext cx="600075" cy="11430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INTERVIEW_TRACKER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05025" y="4295775"/>
            <a:ext cx="638175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509587" cy="11430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3038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509587" cy="11430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3038" y="4295775"/>
            <a:ext cx="342900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marketing/INTERVIEW_TRACKER.md#insights-gri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509587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strategy/NBC_Tactical_Playbook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3300" y="3500438"/>
            <a:ext cx="452437" cy="109537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24_STEPS_TRACKER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57650" y="3500438"/>
            <a:ext cx="604837" cy="10953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6680" y="1595437"/>
            <a:ext cx="1504950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tn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680" y="1998613"/>
            <a:ext cx="1243013" cy="176212"/>
          </a:xfrm>
          <a:prstGeom prst="rect">
            <a:avLst/>
          </a:prstGeom>
        </p:spPr>
      </p:pic>
      <p:pic>
        <p:nvPicPr>
          <p:cNvPr id="5" name="Image 3" descr="preencoded.png">
            <a:hlinkClick r:id="rId7" tooltip="https://docs.google.com/spreadsheets/d/11LfHholpkKC0vhpQ7z_DvRme57lPln2jZR7Nm4EMrjg/edit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6680" y="2219251"/>
            <a:ext cx="1757363" cy="176212"/>
          </a:xfrm>
          <a:prstGeom prst="rect">
            <a:avLst/>
          </a:prstGeom>
        </p:spPr>
      </p:pic>
      <p:pic>
        <p:nvPicPr>
          <p:cNvPr id="6" name="Image 4" descr="preencoded.png">
            <a:hlinkClick r:id="rId9" tooltip="https://github.com/samquansah-algo/nbc-vct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62012" y="4295775"/>
            <a:ext cx="414338" cy="114300"/>
          </a:xfrm>
          <a:prstGeom prst="rect">
            <a:avLst/>
          </a:prstGeom>
        </p:spPr>
      </p:pic>
      <p:pic>
        <p:nvPicPr>
          <p:cNvPr id="7" name="Image 5" descr="preencoded.png">
            <a:hlinkClick r:id="rId11" tooltip="https://github.com/samquansah-algo/nbc-vct/blob/main/marketing/crm/README.md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47788" y="4295775"/>
            <a:ext cx="433388" cy="114300"/>
          </a:xfrm>
          <a:prstGeom prst="rect">
            <a:avLst/>
          </a:prstGeom>
        </p:spPr>
      </p:pic>
      <p:pic>
        <p:nvPicPr>
          <p:cNvPr id="8" name="Image 6" descr="preencoded.png">
            <a:hlinkClick r:id="rId13" tooltip="https://github.com/samquansah-algo/nbc-tnt/blob/main/deck/NBC_Deck.pdf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52612" y="4295775"/>
            <a:ext cx="542925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2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tnt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4943" y="2257351"/>
            <a:ext cx="1138237" cy="176212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tnt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012" y="4295775"/>
            <a:ext cx="766763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hesis/NBC_Thesis_and_Strategy_v5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357188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forecasting/ECONOMIC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438150" cy="11430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forecasting/BENCHMARKS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4295775"/>
            <a:ext cx="500063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brand/NBC_Brand_Guide.pdf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490537" cy="11430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brand/BRAN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23987" y="4295775"/>
            <a:ext cx="595313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390525" cy="11430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3975" y="4295775"/>
            <a:ext cx="623888" cy="1143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BC market research slide 3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>
            <a:hlinkClick r:id="rId3" tooltip="https://github.com/samquansah-algo/nbc-vct/blob/main/tactics-milestones/DEADLINES.m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012" y="4295775"/>
            <a:ext cx="390525" cy="114300"/>
          </a:xfrm>
          <a:prstGeom prst="rect">
            <a:avLst/>
          </a:prstGeom>
        </p:spPr>
      </p:pic>
      <p:pic>
        <p:nvPicPr>
          <p:cNvPr id="4" name="Image 2" descr="preencoded.png">
            <a:hlinkClick r:id="rId5" tooltip="https://github.com/samquansah-algo/nbc-vct/blob/main/tactics-milestones/WEEKLY_DECISION_RECORD.md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3975" y="4295775"/>
            <a:ext cx="623888" cy="1143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NBC Market Research Tactical Playbook</dc:title>
  <dc:subject>PptxGenJS Presentation</dc:subject>
  <dc:creator>Team NBC (Algo Peers)</dc:creator>
  <cp:lastModifiedBy>Team NBC (Algo Peers)</cp:lastModifiedBy>
  <cp:revision>1</cp:revision>
  <dcterms:created xsi:type="dcterms:W3CDTF">2026-09-29T13:39:32Z</dcterms:created>
  <dcterms:modified xsi:type="dcterms:W3CDTF">2026-09-29T13:39:32Z</dcterms:modified>
</cp:coreProperties>
</file>