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" TargetMode="External"/><Relationship Id="rId5" Type="http://schemas.openxmlformats.org/officeDocument/2006/relationships/hyperlink" Target="https://github.com/samquansah-algo/nbc-vct/tree/main/weekly-tactics/01-market-research" TargetMode="External"/><Relationship Id="rId7" Type="http://schemas.openxmlformats.org/officeDocument/2006/relationships/hyperlink" Target="https://docs.google.com/spreadsheets/d/11LfHholpkKC0vhpQ7z_DvRme57lPln2jZR7Nm4EMrjg/edit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image" Target="../media/image-1-3.png"/><Relationship Id="rId6" Type="http://schemas.openxmlformats.org/officeDocument/2006/relationships/image" Target="../media/image-1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" TargetMode="External"/><Relationship Id="rId5" Type="http://schemas.openxmlformats.org/officeDocument/2006/relationships/hyperlink" Target="https://github.com/samquansah-algo/nbc-vct/blob/main/thesis/NBC_Thesis_and_Strategy_v5.md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" TargetMode="External"/><Relationship Id="rId5" Type="http://schemas.openxmlformats.org/officeDocument/2006/relationships/hyperlink" Target="https://github.com/samquansah-algo/nbc-vct/blob/main/marketing/INTERVIEW_SCRIPT.md#hypotheses" TargetMode="External"/><Relationship Id="rId7" Type="http://schemas.openxmlformats.org/officeDocument/2006/relationships/hyperlink" Target="https://github.com/samquansah-algo/nbc-vct/blob/main/strategy/NBC_Tactical_Playbook_v5.md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image" Target="../media/image-3-3.png"/><Relationship Id="rId6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" TargetMode="External"/><Relationship Id="rId5" Type="http://schemas.openxmlformats.org/officeDocument/2006/relationships/hyperlink" Target="https://github.com/samquansah-algo/nbc-vct/blob/main/marketing/INTERVIEW_SCRIPT.md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image" Target="../media/image-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" TargetMode="External"/><Relationship Id="rId5" Type="http://schemas.openxmlformats.org/officeDocument/2006/relationships/hyperlink" Target="https://github.com/samquansah-algo/nbc-vct/blob/main/marketing/INTERVIEW_SCRIPT.md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image" Target="../media/image-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" TargetMode="External"/><Relationship Id="rId5" Type="http://schemas.openxmlformats.org/officeDocument/2006/relationships/hyperlink" Target="https://github.com/samquansah-algo/nbc-vct/blob/main/marketing/INTERVIEW_SCRIPT.md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hanacodeclub.org/" TargetMode="External"/><Relationship Id="rId5" Type="http://schemas.openxmlformats.org/officeDocument/2006/relationships/hyperlink" Target="https://ghanacodeclub.org/" TargetMode="External"/><Relationship Id="rId7" Type="http://schemas.openxmlformats.org/officeDocument/2006/relationships/hyperlink" Target="https://foundation.ghanarobotics.org/" TargetMode="External"/><Relationship Id="rId9" Type="http://schemas.openxmlformats.org/officeDocument/2006/relationships/hyperlink" Target="https://foundation.ghanarobotics.org/" TargetMode="External"/><Relationship Id="rId11" Type="http://schemas.openxmlformats.org/officeDocument/2006/relationships/hyperlink" Target="https://www.library.gov.gh/" TargetMode="External"/><Relationship Id="rId13" Type="http://schemas.openxmlformats.org/officeDocument/2006/relationships/hyperlink" Target="https://www.library.gov.gh/" TargetMode="External"/><Relationship Id="rId15" Type="http://schemas.openxmlformats.org/officeDocument/2006/relationships/hyperlink" Target="https://github.com/samquansah-algo/nbc-vct" TargetMode="External"/><Relationship Id="rId17" Type="http://schemas.openxmlformats.org/officeDocument/2006/relationships/hyperlink" Target="https://github.com/samquansah-algo/nbc-vct/blob/main/marketing/watering_holes_v5.md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image" Target="../media/image-7-3.png"/><Relationship Id="rId6" Type="http://schemas.openxmlformats.org/officeDocument/2006/relationships/image" Target="../media/image-7-4.png"/><Relationship Id="rId8" Type="http://schemas.openxmlformats.org/officeDocument/2006/relationships/image" Target="../media/image-7-5.png"/><Relationship Id="rId10" Type="http://schemas.openxmlformats.org/officeDocument/2006/relationships/image" Target="../media/image-7-6.png"/><Relationship Id="rId12" Type="http://schemas.openxmlformats.org/officeDocument/2006/relationships/image" Target="../media/image-7-7.png"/><Relationship Id="rId14" Type="http://schemas.openxmlformats.org/officeDocument/2006/relationships/image" Target="../media/image-7-8.png"/><Relationship Id="rId16" Type="http://schemas.openxmlformats.org/officeDocument/2006/relationships/image" Target="../media/image-7-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set.education/" TargetMode="External"/><Relationship Id="rId5" Type="http://schemas.openxmlformats.org/officeDocument/2006/relationships/hyperlink" Target="https://gset.education/" TargetMode="External"/><Relationship Id="rId7" Type="http://schemas.openxmlformats.org/officeDocument/2006/relationships/hyperlink" Target="https://makersplacegh.com/" TargetMode="External"/><Relationship Id="rId9" Type="http://schemas.openxmlformats.org/officeDocument/2006/relationships/hyperlink" Target="https://makersplacegh.com/" TargetMode="External"/><Relationship Id="rId11" Type="http://schemas.openxmlformats.org/officeDocument/2006/relationships/hyperlink" Target="https://github.com/samquansah-algo/nbc-vct" TargetMode="External"/><Relationship Id="rId13" Type="http://schemas.openxmlformats.org/officeDocument/2006/relationships/hyperlink" Target="https://github.com/samquansah-algo/nbc-vct/blob/main/marketing/watering_holes_v5.md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image" Target="../media/image-8-3.png"/><Relationship Id="rId6" Type="http://schemas.openxmlformats.org/officeDocument/2006/relationships/image" Target="../media/image-8-4.png"/><Relationship Id="rId8" Type="http://schemas.openxmlformats.org/officeDocument/2006/relationships/image" Target="../media/image-8-5.png"/><Relationship Id="rId10" Type="http://schemas.openxmlformats.org/officeDocument/2006/relationships/image" Target="../media/image-8-6.png"/><Relationship Id="rId12" Type="http://schemas.openxmlformats.org/officeDocument/2006/relationships/image" Target="../media/image-8-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groups/librarymaker/" TargetMode="External"/><Relationship Id="rId5" Type="http://schemas.openxmlformats.org/officeDocument/2006/relationships/hyperlink" Target="https://www.facebook.com/groups/librarymaker/" TargetMode="External"/><Relationship Id="rId7" Type="http://schemas.openxmlformats.org/officeDocument/2006/relationships/hyperlink" Target="https://microbit.org/champions/" TargetMode="External"/><Relationship Id="rId9" Type="http://schemas.openxmlformats.org/officeDocument/2006/relationships/hyperlink" Target="https://microbit.org/champions/" TargetMode="External"/><Relationship Id="rId11" Type="http://schemas.openxmlformats.org/officeDocument/2006/relationships/hyperlink" Target="https://www.scratchfoundation.org/scratch-meetups-learn" TargetMode="External"/><Relationship Id="rId13" Type="http://schemas.openxmlformats.org/officeDocument/2006/relationships/hyperlink" Target="https://www.scratchfoundation.org/scratch-meetups-learn" TargetMode="External"/><Relationship Id="rId15" Type="http://schemas.openxmlformats.org/officeDocument/2006/relationships/hyperlink" Target="https://github.com/samquansah-algo/nbc-vct" TargetMode="External"/><Relationship Id="rId17" Type="http://schemas.openxmlformats.org/officeDocument/2006/relationships/hyperlink" Target="https://github.com/samquansah-algo/nbc-vct/blob/main/marketing/watering_holes_v5.md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image" Target="../media/image-9-3.png"/><Relationship Id="rId6" Type="http://schemas.openxmlformats.org/officeDocument/2006/relationships/image" Target="../media/image-9-4.png"/><Relationship Id="rId8" Type="http://schemas.openxmlformats.org/officeDocument/2006/relationships/image" Target="../media/image-9-5.png"/><Relationship Id="rId10" Type="http://schemas.openxmlformats.org/officeDocument/2006/relationships/image" Target="../media/image-9-6.png"/><Relationship Id="rId12" Type="http://schemas.openxmlformats.org/officeDocument/2006/relationships/image" Target="../media/image-9-7.png"/><Relationship Id="rId14" Type="http://schemas.openxmlformats.org/officeDocument/2006/relationships/image" Target="../media/image-9-8.png"/><Relationship Id="rId16" Type="http://schemas.openxmlformats.org/officeDocument/2006/relationships/image" Target="../media/image-9-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homeschool/" TargetMode="External"/><Relationship Id="rId5" Type="http://schemas.openxmlformats.org/officeDocument/2006/relationships/hyperlink" Target="https://www.reddit.com/r/homeschool/" TargetMode="External"/><Relationship Id="rId7" Type="http://schemas.openxmlformats.org/officeDocument/2006/relationships/hyperlink" Target="https://www.isls.org/" TargetMode="External"/><Relationship Id="rId9" Type="http://schemas.openxmlformats.org/officeDocument/2006/relationships/hyperlink" Target="https://www.isls.org/" TargetMode="External"/><Relationship Id="rId11" Type="http://schemas.openxmlformats.org/officeDocument/2006/relationships/hyperlink" Target="https://github.com/samquansah-algo/nbc-vct" TargetMode="External"/><Relationship Id="rId13" Type="http://schemas.openxmlformats.org/officeDocument/2006/relationships/hyperlink" Target="https://github.com/samquansah-algo/nbc-vct/blob/main/marketing/watering_holes_v5.md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image" Target="../media/image-10-3.png"/><Relationship Id="rId6" Type="http://schemas.openxmlformats.org/officeDocument/2006/relationships/image" Target="../media/image-10-4.png"/><Relationship Id="rId8" Type="http://schemas.openxmlformats.org/officeDocument/2006/relationships/image" Target="../media/image-10-5.png"/><Relationship Id="rId10" Type="http://schemas.openxmlformats.org/officeDocument/2006/relationships/image" Target="../media/image-10-6.png"/><Relationship Id="rId12" Type="http://schemas.openxmlformats.org/officeDocument/2006/relationships/image" Target="../media/image-10-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oundation.ghanarobotics.org/" TargetMode="External"/><Relationship Id="rId5" Type="http://schemas.openxmlformats.org/officeDocument/2006/relationships/hyperlink" Target="https://foundation.ghanarobotics.org/" TargetMode="External"/><Relationship Id="rId7" Type="http://schemas.openxmlformats.org/officeDocument/2006/relationships/hyperlink" Target="https://ghanacodeclub.org/" TargetMode="External"/><Relationship Id="rId9" Type="http://schemas.openxmlformats.org/officeDocument/2006/relationships/hyperlink" Target="https://ghanacodeclub.org/" TargetMode="External"/><Relationship Id="rId11" Type="http://schemas.openxmlformats.org/officeDocument/2006/relationships/hyperlink" Target="https://github.com/samquansah-algo/nbc-vct" TargetMode="External"/><Relationship Id="rId13" Type="http://schemas.openxmlformats.org/officeDocument/2006/relationships/hyperlink" Target="https://docs.google.com/spreadsheets/d/11LfHholpkKC0vhpQ7z_DvRme57lPln2jZR7Nm4EMrjg/edit" TargetMode="External"/><Relationship Id="rId15" Type="http://schemas.openxmlformats.org/officeDocument/2006/relationships/hyperlink" Target="https://github.com/samquansah-algo/nbc-vct/blob/main/marketing/OUTREACH_MESSAGES.md#v1-first-messages" TargetMode="External"/><Relationship Id="rId17" Type="http://schemas.openxmlformats.org/officeDocument/2006/relationships/hyperlink" Target="https://github.com/samquansah-algo/nbc-vct/blob/main/marketing/OUTREACH_MESSAGES.md#send-schedule-tactic-week-wed-23--tue-29-sep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image" Target="../media/image-11-3.png"/><Relationship Id="rId6" Type="http://schemas.openxmlformats.org/officeDocument/2006/relationships/image" Target="../media/image-11-4.png"/><Relationship Id="rId8" Type="http://schemas.openxmlformats.org/officeDocument/2006/relationships/image" Target="../media/image-11-5.png"/><Relationship Id="rId10" Type="http://schemas.openxmlformats.org/officeDocument/2006/relationships/image" Target="../media/image-11-6.png"/><Relationship Id="rId12" Type="http://schemas.openxmlformats.org/officeDocument/2006/relationships/image" Target="../media/image-11-7.png"/><Relationship Id="rId14" Type="http://schemas.openxmlformats.org/officeDocument/2006/relationships/image" Target="../media/image-11-8.png"/><Relationship Id="rId16" Type="http://schemas.openxmlformats.org/officeDocument/2006/relationships/image" Target="../media/image-11-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brary.gov.gh/" TargetMode="External"/><Relationship Id="rId5" Type="http://schemas.openxmlformats.org/officeDocument/2006/relationships/hyperlink" Target="https://www.library.gov.gh/" TargetMode="External"/><Relationship Id="rId7" Type="http://schemas.openxmlformats.org/officeDocument/2006/relationships/hyperlink" Target="https://www.facebook.com/groups/librarymaker/" TargetMode="External"/><Relationship Id="rId9" Type="http://schemas.openxmlformats.org/officeDocument/2006/relationships/hyperlink" Target="https://www.facebook.com/groups/librarymaker/" TargetMode="External"/><Relationship Id="rId11" Type="http://schemas.openxmlformats.org/officeDocument/2006/relationships/hyperlink" Target="https://github.com/samquansah-algo/nbc-vct" TargetMode="External"/><Relationship Id="rId13" Type="http://schemas.openxmlformats.org/officeDocument/2006/relationships/hyperlink" Target="https://docs.google.com/spreadsheets/d/11LfHholpkKC0vhpQ7z_DvRme57lPln2jZR7Nm4EMrjg/edit" TargetMode="External"/><Relationship Id="rId15" Type="http://schemas.openxmlformats.org/officeDocument/2006/relationships/hyperlink" Target="https://github.com/samquansah-algo/nbc-vct/blob/main/marketing/OUTREACH_MESSAGES.md#v1-first-messages" TargetMode="External"/><Relationship Id="rId17" Type="http://schemas.openxmlformats.org/officeDocument/2006/relationships/hyperlink" Target="https://github.com/samquansah-algo/nbc-vct/blob/main/marketing/OUTREACH_MESSAGES.md#send-schedule-tactic-week-wed-23--tue-29-sep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image" Target="../media/image-12-3.png"/><Relationship Id="rId6" Type="http://schemas.openxmlformats.org/officeDocument/2006/relationships/image" Target="../media/image-12-4.png"/><Relationship Id="rId8" Type="http://schemas.openxmlformats.org/officeDocument/2006/relationships/image" Target="../media/image-12-5.png"/><Relationship Id="rId10" Type="http://schemas.openxmlformats.org/officeDocument/2006/relationships/image" Target="../media/image-12-6.png"/><Relationship Id="rId12" Type="http://schemas.openxmlformats.org/officeDocument/2006/relationships/image" Target="../media/image-12-7.png"/><Relationship Id="rId14" Type="http://schemas.openxmlformats.org/officeDocument/2006/relationships/image" Target="../media/image-12-8.png"/><Relationship Id="rId16" Type="http://schemas.openxmlformats.org/officeDocument/2006/relationships/image" Target="../media/image-12-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ls.org/" TargetMode="External"/><Relationship Id="rId5" Type="http://schemas.openxmlformats.org/officeDocument/2006/relationships/hyperlink" Target="https://www.isls.org/" TargetMode="External"/><Relationship Id="rId7" Type="http://schemas.openxmlformats.org/officeDocument/2006/relationships/hyperlink" Target="https://microbit.org/champions/" TargetMode="External"/><Relationship Id="rId9" Type="http://schemas.openxmlformats.org/officeDocument/2006/relationships/hyperlink" Target="https://microbit.org/champions/" TargetMode="External"/><Relationship Id="rId11" Type="http://schemas.openxmlformats.org/officeDocument/2006/relationships/hyperlink" Target="https://github.com/samquansah-algo/nbc-vct" TargetMode="External"/><Relationship Id="rId13" Type="http://schemas.openxmlformats.org/officeDocument/2006/relationships/hyperlink" Target="https://docs.google.com/spreadsheets/d/11LfHholpkKC0vhpQ7z_DvRme57lPln2jZR7Nm4EMrjg/edit" TargetMode="External"/><Relationship Id="rId15" Type="http://schemas.openxmlformats.org/officeDocument/2006/relationships/hyperlink" Target="https://github.com/samquansah-algo/nbc-vct/blob/main/marketing/OUTREACH_MESSAGES.md#v1-first-messages" TargetMode="External"/><Relationship Id="rId17" Type="http://schemas.openxmlformats.org/officeDocument/2006/relationships/hyperlink" Target="https://github.com/samquansah-algo/nbc-vct/blob/main/marketing/OUTREACH_MESSAGES.md#send-schedule-tactic-week-wed-23--tue-29-sep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4" Type="http://schemas.openxmlformats.org/officeDocument/2006/relationships/image" Target="../media/image-13-3.png"/><Relationship Id="rId6" Type="http://schemas.openxmlformats.org/officeDocument/2006/relationships/image" Target="../media/image-13-4.png"/><Relationship Id="rId8" Type="http://schemas.openxmlformats.org/officeDocument/2006/relationships/image" Target="../media/image-13-5.png"/><Relationship Id="rId10" Type="http://schemas.openxmlformats.org/officeDocument/2006/relationships/image" Target="../media/image-13-6.png"/><Relationship Id="rId12" Type="http://schemas.openxmlformats.org/officeDocument/2006/relationships/image" Target="../media/image-13-7.png"/><Relationship Id="rId14" Type="http://schemas.openxmlformats.org/officeDocument/2006/relationships/image" Target="../media/image-13-8.png"/><Relationship Id="rId16" Type="http://schemas.openxmlformats.org/officeDocument/2006/relationships/image" Target="../media/image-13-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rsplacegh.com/" TargetMode="External"/><Relationship Id="rId5" Type="http://schemas.openxmlformats.org/officeDocument/2006/relationships/hyperlink" Target="https://makersplacegh.com/" TargetMode="External"/><Relationship Id="rId7" Type="http://schemas.openxmlformats.org/officeDocument/2006/relationships/hyperlink" Target="https://www.scratchfoundation.org/scratch-meetups-learn" TargetMode="External"/><Relationship Id="rId9" Type="http://schemas.openxmlformats.org/officeDocument/2006/relationships/hyperlink" Target="https://www.scratchfoundation.org/scratch-meetups-learn" TargetMode="External"/><Relationship Id="rId11" Type="http://schemas.openxmlformats.org/officeDocument/2006/relationships/hyperlink" Target="https://github.com/samquansah-algo/nbc-vct" TargetMode="External"/><Relationship Id="rId13" Type="http://schemas.openxmlformats.org/officeDocument/2006/relationships/hyperlink" Target="https://docs.google.com/spreadsheets/d/11LfHholpkKC0vhpQ7z_DvRme57lPln2jZR7Nm4EMrjg/edit" TargetMode="External"/><Relationship Id="rId15" Type="http://schemas.openxmlformats.org/officeDocument/2006/relationships/hyperlink" Target="https://github.com/samquansah-algo/nbc-vct/blob/main/marketing/OUTREACH_MESSAGES.md#v1-first-messages" TargetMode="External"/><Relationship Id="rId17" Type="http://schemas.openxmlformats.org/officeDocument/2006/relationships/hyperlink" Target="https://github.com/samquansah-algo/nbc-vct/blob/main/marketing/OUTREACH_MESSAGES.md#send-schedule-tactic-week-wed-23--tue-29-sep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4" Type="http://schemas.openxmlformats.org/officeDocument/2006/relationships/image" Target="../media/image-14-3.png"/><Relationship Id="rId6" Type="http://schemas.openxmlformats.org/officeDocument/2006/relationships/image" Target="../media/image-14-4.png"/><Relationship Id="rId8" Type="http://schemas.openxmlformats.org/officeDocument/2006/relationships/image" Target="../media/image-14-5.png"/><Relationship Id="rId10" Type="http://schemas.openxmlformats.org/officeDocument/2006/relationships/image" Target="../media/image-14-6.png"/><Relationship Id="rId12" Type="http://schemas.openxmlformats.org/officeDocument/2006/relationships/image" Target="../media/image-14-7.png"/><Relationship Id="rId14" Type="http://schemas.openxmlformats.org/officeDocument/2006/relationships/image" Target="../media/image-14-8.png"/><Relationship Id="rId16" Type="http://schemas.openxmlformats.org/officeDocument/2006/relationships/image" Target="../media/image-14-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homeschool/" TargetMode="External"/><Relationship Id="rId5" Type="http://schemas.openxmlformats.org/officeDocument/2006/relationships/hyperlink" Target="https://www.reddit.com/r/homeschool/" TargetMode="External"/><Relationship Id="rId7" Type="http://schemas.openxmlformats.org/officeDocument/2006/relationships/hyperlink" Target="https://www.isls.org/" TargetMode="External"/><Relationship Id="rId9" Type="http://schemas.openxmlformats.org/officeDocument/2006/relationships/hyperlink" Target="https://www.isls.org/" TargetMode="External"/><Relationship Id="rId11" Type="http://schemas.openxmlformats.org/officeDocument/2006/relationships/hyperlink" Target="https://github.com/samquansah-algo/nbc-vct" TargetMode="External"/><Relationship Id="rId13" Type="http://schemas.openxmlformats.org/officeDocument/2006/relationships/hyperlink" Target="https://docs.google.com/spreadsheets/d/11LfHholpkKC0vhpQ7z_DvRme57lPln2jZR7Nm4EMrjg/edit" TargetMode="External"/><Relationship Id="rId15" Type="http://schemas.openxmlformats.org/officeDocument/2006/relationships/hyperlink" Target="https://github.com/samquansah-algo/nbc-vct/blob/main/marketing/OUTREACH_MESSAGES.md#v1-first-messages" TargetMode="External"/><Relationship Id="rId17" Type="http://schemas.openxmlformats.org/officeDocument/2006/relationships/hyperlink" Target="https://github.com/samquansah-algo/nbc-vct/blob/main/marketing/OUTREACH_MESSAGES.md#send-schedule-tactic-week-wed-23--tue-29-sep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4" Type="http://schemas.openxmlformats.org/officeDocument/2006/relationships/image" Target="../media/image-15-3.png"/><Relationship Id="rId6" Type="http://schemas.openxmlformats.org/officeDocument/2006/relationships/image" Target="../media/image-15-4.png"/><Relationship Id="rId8" Type="http://schemas.openxmlformats.org/officeDocument/2006/relationships/image" Target="../media/image-15-5.png"/><Relationship Id="rId10" Type="http://schemas.openxmlformats.org/officeDocument/2006/relationships/image" Target="../media/image-15-6.png"/><Relationship Id="rId12" Type="http://schemas.openxmlformats.org/officeDocument/2006/relationships/image" Target="../media/image-15-7.png"/><Relationship Id="rId14" Type="http://schemas.openxmlformats.org/officeDocument/2006/relationships/image" Target="../media/image-15-8.png"/><Relationship Id="rId16" Type="http://schemas.openxmlformats.org/officeDocument/2006/relationships/image" Target="../media/image-15-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1LfHholpkKC0vhpQ7z_DvRme57lPln2jZR7Nm4EMrjg/edit" TargetMode="External"/><Relationship Id="rId5" Type="http://schemas.openxmlformats.org/officeDocument/2006/relationships/hyperlink" Target="https://github.com/samquansah-algo/nbc-vct" TargetMode="External"/><Relationship Id="rId7" Type="http://schemas.openxmlformats.org/officeDocument/2006/relationships/hyperlink" Target="https://docs.google.com/spreadsheets/d/11LfHholpkKC0vhpQ7z_DvRme57lPln2jZR7Nm4EMrjg/edit" TargetMode="External"/><Relationship Id="rId9" Type="http://schemas.openxmlformats.org/officeDocument/2006/relationships/hyperlink" Target="https://github.com/samquansah-algo/nbc-vct/blob/main/marketing/OUTREACH_MESSAGES.md#v1-first-messages" TargetMode="External"/><Relationship Id="rId11" Type="http://schemas.openxmlformats.org/officeDocument/2006/relationships/hyperlink" Target="https://github.com/samquansah-algo/nbc-vct/blob/main/marketing/OUTREACH_MESSAGES.md#send-schedule-tactic-week-wed-23--tue-29-sep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4" Type="http://schemas.openxmlformats.org/officeDocument/2006/relationships/image" Target="../media/image-16-3.png"/><Relationship Id="rId6" Type="http://schemas.openxmlformats.org/officeDocument/2006/relationships/image" Target="../media/image-16-4.png"/><Relationship Id="rId8" Type="http://schemas.openxmlformats.org/officeDocument/2006/relationships/image" Target="../media/image-16-5.png"/><Relationship Id="rId10" Type="http://schemas.openxmlformats.org/officeDocument/2006/relationships/image" Target="../media/image-16-6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foundation.ghanarobotics.org/" TargetMode="External"/><Relationship Id="rId5" Type="http://schemas.openxmlformats.org/officeDocument/2006/relationships/hyperlink" Target="https://foundation.ghanarobotics.org/" TargetMode="External"/><Relationship Id="rId7" Type="http://schemas.openxmlformats.org/officeDocument/2006/relationships/hyperlink" Target="https://ghanacodeclub.org/" TargetMode="External"/><Relationship Id="rId9" Type="http://schemas.openxmlformats.org/officeDocument/2006/relationships/hyperlink" Target="https://ghanacodeclub.org/" TargetMode="External"/><Relationship Id="rId11" Type="http://schemas.openxmlformats.org/officeDocument/2006/relationships/hyperlink" Target="https://github.com/samquansah-algo/nbc-vct" TargetMode="External"/><Relationship Id="rId13" Type="http://schemas.openxmlformats.org/officeDocument/2006/relationships/hyperlink" Target="https://docs.google.com/spreadsheets/d/11LfHholpkKC0vhpQ7z_DvRme57lPln2jZR7Nm4EMrjg/edit" TargetMode="External"/><Relationship Id="rId15" Type="http://schemas.openxmlformats.org/officeDocument/2006/relationships/hyperlink" Target="https://github.com/samquansah-algo/nbc-vct/blob/main/marketing/OUTREACH_MESSAGES.md#v2-refined-messages" TargetMode="External"/><Relationship Id="rId17" Type="http://schemas.openxmlformats.org/officeDocument/2006/relationships/hyperlink" Target="https://github.com/samquansah-algo/nbc-vct/blob/main/marketing/OUTREACH_MESSAGES.md#send-schedule-tactic-week-wed-23--tue-29-sep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4" Type="http://schemas.openxmlformats.org/officeDocument/2006/relationships/image" Target="../media/image-17-3.png"/><Relationship Id="rId6" Type="http://schemas.openxmlformats.org/officeDocument/2006/relationships/image" Target="../media/image-17-4.png"/><Relationship Id="rId8" Type="http://schemas.openxmlformats.org/officeDocument/2006/relationships/image" Target="../media/image-17-5.png"/><Relationship Id="rId10" Type="http://schemas.openxmlformats.org/officeDocument/2006/relationships/image" Target="../media/image-17-6.png"/><Relationship Id="rId12" Type="http://schemas.openxmlformats.org/officeDocument/2006/relationships/image" Target="../media/image-17-7.png"/><Relationship Id="rId14" Type="http://schemas.openxmlformats.org/officeDocument/2006/relationships/image" Target="../media/image-17-8.png"/><Relationship Id="rId16" Type="http://schemas.openxmlformats.org/officeDocument/2006/relationships/image" Target="../media/image-17-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brary.gov.gh/" TargetMode="External"/><Relationship Id="rId5" Type="http://schemas.openxmlformats.org/officeDocument/2006/relationships/hyperlink" Target="https://www.library.gov.gh/" TargetMode="External"/><Relationship Id="rId7" Type="http://schemas.openxmlformats.org/officeDocument/2006/relationships/hyperlink" Target="https://www.facebook.com/groups/librarymaker/" TargetMode="External"/><Relationship Id="rId9" Type="http://schemas.openxmlformats.org/officeDocument/2006/relationships/hyperlink" Target="https://www.facebook.com/groups/librarymaker/" TargetMode="External"/><Relationship Id="rId11" Type="http://schemas.openxmlformats.org/officeDocument/2006/relationships/hyperlink" Target="https://github.com/samquansah-algo/nbc-vct" TargetMode="External"/><Relationship Id="rId13" Type="http://schemas.openxmlformats.org/officeDocument/2006/relationships/hyperlink" Target="https://docs.google.com/spreadsheets/d/11LfHholpkKC0vhpQ7z_DvRme57lPln2jZR7Nm4EMrjg/edit" TargetMode="External"/><Relationship Id="rId15" Type="http://schemas.openxmlformats.org/officeDocument/2006/relationships/hyperlink" Target="https://github.com/samquansah-algo/nbc-vct/blob/main/marketing/OUTREACH_MESSAGES.md#v2-refined-messages" TargetMode="External"/><Relationship Id="rId17" Type="http://schemas.openxmlformats.org/officeDocument/2006/relationships/hyperlink" Target="https://github.com/samquansah-algo/nbc-vct/blob/main/marketing/OUTREACH_MESSAGES.md#send-schedule-tactic-week-wed-23--tue-29-sep" TargetMode="Externa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4" Type="http://schemas.openxmlformats.org/officeDocument/2006/relationships/image" Target="../media/image-18-3.png"/><Relationship Id="rId6" Type="http://schemas.openxmlformats.org/officeDocument/2006/relationships/image" Target="../media/image-18-4.png"/><Relationship Id="rId8" Type="http://schemas.openxmlformats.org/officeDocument/2006/relationships/image" Target="../media/image-18-5.png"/><Relationship Id="rId10" Type="http://schemas.openxmlformats.org/officeDocument/2006/relationships/image" Target="../media/image-18-6.png"/><Relationship Id="rId12" Type="http://schemas.openxmlformats.org/officeDocument/2006/relationships/image" Target="../media/image-18-7.png"/><Relationship Id="rId14" Type="http://schemas.openxmlformats.org/officeDocument/2006/relationships/image" Target="../media/image-18-8.png"/><Relationship Id="rId16" Type="http://schemas.openxmlformats.org/officeDocument/2006/relationships/image" Target="../media/image-18-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ls.org/" TargetMode="External"/><Relationship Id="rId5" Type="http://schemas.openxmlformats.org/officeDocument/2006/relationships/hyperlink" Target="https://www.isls.org/" TargetMode="External"/><Relationship Id="rId7" Type="http://schemas.openxmlformats.org/officeDocument/2006/relationships/hyperlink" Target="https://microbit.org/champions/" TargetMode="External"/><Relationship Id="rId9" Type="http://schemas.openxmlformats.org/officeDocument/2006/relationships/hyperlink" Target="https://microbit.org/champions/" TargetMode="External"/><Relationship Id="rId11" Type="http://schemas.openxmlformats.org/officeDocument/2006/relationships/hyperlink" Target="https://github.com/samquansah-algo/nbc-vct" TargetMode="External"/><Relationship Id="rId13" Type="http://schemas.openxmlformats.org/officeDocument/2006/relationships/hyperlink" Target="https://docs.google.com/spreadsheets/d/11LfHholpkKC0vhpQ7z_DvRme57lPln2jZR7Nm4EMrjg/edit" TargetMode="External"/><Relationship Id="rId15" Type="http://schemas.openxmlformats.org/officeDocument/2006/relationships/hyperlink" Target="https://github.com/samquansah-algo/nbc-vct/blob/main/marketing/OUTREACH_MESSAGES.md#v2-refined-messages" TargetMode="External"/><Relationship Id="rId17" Type="http://schemas.openxmlformats.org/officeDocument/2006/relationships/hyperlink" Target="https://github.com/samquansah-algo/nbc-vct/blob/main/marketing/OUTREACH_MESSAGES.md#send-schedule-tactic-week-wed-23--tue-29-sep" TargetMode="Externa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4" Type="http://schemas.openxmlformats.org/officeDocument/2006/relationships/image" Target="../media/image-19-3.png"/><Relationship Id="rId6" Type="http://schemas.openxmlformats.org/officeDocument/2006/relationships/image" Target="../media/image-19-4.png"/><Relationship Id="rId8" Type="http://schemas.openxmlformats.org/officeDocument/2006/relationships/image" Target="../media/image-19-5.png"/><Relationship Id="rId10" Type="http://schemas.openxmlformats.org/officeDocument/2006/relationships/image" Target="../media/image-19-6.png"/><Relationship Id="rId12" Type="http://schemas.openxmlformats.org/officeDocument/2006/relationships/image" Target="../media/image-19-7.png"/><Relationship Id="rId14" Type="http://schemas.openxmlformats.org/officeDocument/2006/relationships/image" Target="../media/image-19-8.png"/><Relationship Id="rId16" Type="http://schemas.openxmlformats.org/officeDocument/2006/relationships/image" Target="../media/image-19-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rsplacegh.com/" TargetMode="External"/><Relationship Id="rId5" Type="http://schemas.openxmlformats.org/officeDocument/2006/relationships/hyperlink" Target="https://makersplacegh.com/" TargetMode="External"/><Relationship Id="rId7" Type="http://schemas.openxmlformats.org/officeDocument/2006/relationships/hyperlink" Target="https://www.scratchfoundation.org/scratch-meetups-learn" TargetMode="External"/><Relationship Id="rId9" Type="http://schemas.openxmlformats.org/officeDocument/2006/relationships/hyperlink" Target="https://www.scratchfoundation.org/scratch-meetups-learn" TargetMode="External"/><Relationship Id="rId11" Type="http://schemas.openxmlformats.org/officeDocument/2006/relationships/hyperlink" Target="https://github.com/samquansah-algo/nbc-vct" TargetMode="External"/><Relationship Id="rId13" Type="http://schemas.openxmlformats.org/officeDocument/2006/relationships/hyperlink" Target="https://docs.google.com/spreadsheets/d/11LfHholpkKC0vhpQ7z_DvRme57lPln2jZR7Nm4EMrjg/edit" TargetMode="External"/><Relationship Id="rId15" Type="http://schemas.openxmlformats.org/officeDocument/2006/relationships/hyperlink" Target="https://github.com/samquansah-algo/nbc-vct/blob/main/marketing/OUTREACH_MESSAGES.md#v2-refined-messages" TargetMode="External"/><Relationship Id="rId17" Type="http://schemas.openxmlformats.org/officeDocument/2006/relationships/hyperlink" Target="https://github.com/samquansah-algo/nbc-vct/blob/main/marketing/OUTREACH_MESSAGES.md#send-schedule-tactic-week-wed-23--tue-29-sep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4" Type="http://schemas.openxmlformats.org/officeDocument/2006/relationships/image" Target="../media/image-20-3.png"/><Relationship Id="rId6" Type="http://schemas.openxmlformats.org/officeDocument/2006/relationships/image" Target="../media/image-20-4.png"/><Relationship Id="rId8" Type="http://schemas.openxmlformats.org/officeDocument/2006/relationships/image" Target="../media/image-20-5.png"/><Relationship Id="rId10" Type="http://schemas.openxmlformats.org/officeDocument/2006/relationships/image" Target="../media/image-20-6.png"/><Relationship Id="rId12" Type="http://schemas.openxmlformats.org/officeDocument/2006/relationships/image" Target="../media/image-20-7.png"/><Relationship Id="rId14" Type="http://schemas.openxmlformats.org/officeDocument/2006/relationships/image" Target="../media/image-20-8.png"/><Relationship Id="rId16" Type="http://schemas.openxmlformats.org/officeDocument/2006/relationships/image" Target="../media/image-20-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homeschool/" TargetMode="External"/><Relationship Id="rId5" Type="http://schemas.openxmlformats.org/officeDocument/2006/relationships/hyperlink" Target="https://www.reddit.com/r/homeschool/" TargetMode="External"/><Relationship Id="rId7" Type="http://schemas.openxmlformats.org/officeDocument/2006/relationships/hyperlink" Target="https://github.com/samquansah-algo/nbc-vct" TargetMode="External"/><Relationship Id="rId9" Type="http://schemas.openxmlformats.org/officeDocument/2006/relationships/hyperlink" Target="https://docs.google.com/spreadsheets/d/11LfHholpkKC0vhpQ7z_DvRme57lPln2jZR7Nm4EMrjg/edit" TargetMode="External"/><Relationship Id="rId11" Type="http://schemas.openxmlformats.org/officeDocument/2006/relationships/hyperlink" Target="https://github.com/samquansah-algo/nbc-vct/blob/main/marketing/OUTREACH_MESSAGES.md#v2-refined-messages" TargetMode="External"/><Relationship Id="rId13" Type="http://schemas.openxmlformats.org/officeDocument/2006/relationships/hyperlink" Target="https://github.com/samquansah-algo/nbc-vct/blob/main/marketing/OUTREACH_MESSAGES.md#send-schedule-tactic-week-wed-23--tue-29-sep" TargetMode="External"/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4" Type="http://schemas.openxmlformats.org/officeDocument/2006/relationships/image" Target="../media/image-21-3.png"/><Relationship Id="rId6" Type="http://schemas.openxmlformats.org/officeDocument/2006/relationships/image" Target="../media/image-21-4.png"/><Relationship Id="rId8" Type="http://schemas.openxmlformats.org/officeDocument/2006/relationships/image" Target="../media/image-21-5.png"/><Relationship Id="rId10" Type="http://schemas.openxmlformats.org/officeDocument/2006/relationships/image" Target="../media/image-21-6.png"/><Relationship Id="rId12" Type="http://schemas.openxmlformats.org/officeDocument/2006/relationships/image" Target="../media/image-21-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1LfHholpkKC0vhpQ7z_DvRme57lPln2jZR7Nm4EMrjg/edit" TargetMode="External"/><Relationship Id="rId5" Type="http://schemas.openxmlformats.org/officeDocument/2006/relationships/hyperlink" Target="https://github.com/samquansah-algo/nbc-vct" TargetMode="External"/><Relationship Id="rId7" Type="http://schemas.openxmlformats.org/officeDocument/2006/relationships/hyperlink" Target="https://docs.google.com/spreadsheets/d/11LfHholpkKC0vhpQ7z_DvRme57lPln2jZR7Nm4EMrjg/edit" TargetMode="External"/><Relationship Id="rId9" Type="http://schemas.openxmlformats.org/officeDocument/2006/relationships/hyperlink" Target="https://github.com/samquansah-algo/nbc-vct/blob/main/marketing/OUTREACH_MESSAGES.md#v2-refined-messages" TargetMode="External"/><Relationship Id="rId11" Type="http://schemas.openxmlformats.org/officeDocument/2006/relationships/hyperlink" Target="https://github.com/samquansah-algo/nbc-vct/blob/main/marketing/OUTREACH_MESSAGES.md#send-schedule-tactic-week-wed-23--tue-29-sep" TargetMode="Externa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4" Type="http://schemas.openxmlformats.org/officeDocument/2006/relationships/image" Target="../media/image-22-3.png"/><Relationship Id="rId6" Type="http://schemas.openxmlformats.org/officeDocument/2006/relationships/image" Target="../media/image-22-4.png"/><Relationship Id="rId8" Type="http://schemas.openxmlformats.org/officeDocument/2006/relationships/image" Target="../media/image-22-5.png"/><Relationship Id="rId10" Type="http://schemas.openxmlformats.org/officeDocument/2006/relationships/image" Target="../media/image-22-6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foundation.ghanarobotics.org/" TargetMode="External"/><Relationship Id="rId5" Type="http://schemas.openxmlformats.org/officeDocument/2006/relationships/hyperlink" Target="https://ghanacodeclub.org/" TargetMode="External"/><Relationship Id="rId7" Type="http://schemas.openxmlformats.org/officeDocument/2006/relationships/hyperlink" Target="https://github.com/samquansah-algo/nbc-vct" TargetMode="External"/><Relationship Id="rId9" Type="http://schemas.openxmlformats.org/officeDocument/2006/relationships/hyperlink" Target="https://docs.google.com/spreadsheets/d/11LfHholpkKC0vhpQ7z_DvRme57lPln2jZR7Nm4EMrjg/edit" TargetMode="External"/><Relationship Id="rId11" Type="http://schemas.openxmlformats.org/officeDocument/2006/relationships/hyperlink" Target="https://github.com/samquansah-algo/nbc-vct/blob/main/marketing/INTERVIEW_TRACKER.md#interview-schedule" TargetMode="External"/><Relationship Id="rId13" Type="http://schemas.openxmlformats.org/officeDocument/2006/relationships/hyperlink" Target="https://github.com/samquansah-algo/nbc-vct/blob/main/marketing/INTERVIEW_TRACKER.md#outreach-log" TargetMode="External"/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4" Type="http://schemas.openxmlformats.org/officeDocument/2006/relationships/image" Target="../media/image-23-3.png"/><Relationship Id="rId6" Type="http://schemas.openxmlformats.org/officeDocument/2006/relationships/image" Target="../media/image-23-4.png"/><Relationship Id="rId8" Type="http://schemas.openxmlformats.org/officeDocument/2006/relationships/image" Target="../media/image-23-5.png"/><Relationship Id="rId10" Type="http://schemas.openxmlformats.org/officeDocument/2006/relationships/image" Target="../media/image-23-6.png"/><Relationship Id="rId12" Type="http://schemas.openxmlformats.org/officeDocument/2006/relationships/image" Target="../media/image-23-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hanacodeclub.org/" TargetMode="External"/><Relationship Id="rId5" Type="http://schemas.openxmlformats.org/officeDocument/2006/relationships/hyperlink" Target="https://www.library.gov.gh/" TargetMode="External"/><Relationship Id="rId7" Type="http://schemas.openxmlformats.org/officeDocument/2006/relationships/hyperlink" Target="https://www.facebook.com/groups/librarymaker/" TargetMode="External"/><Relationship Id="rId9" Type="http://schemas.openxmlformats.org/officeDocument/2006/relationships/hyperlink" Target="https://www.reddit.com/r/homeschool/" TargetMode="External"/><Relationship Id="rId11" Type="http://schemas.openxmlformats.org/officeDocument/2006/relationships/hyperlink" Target="https://www.isls.org/" TargetMode="External"/><Relationship Id="rId13" Type="http://schemas.openxmlformats.org/officeDocument/2006/relationships/hyperlink" Target="https://github.com/samquansah-algo/nbc-vct" TargetMode="External"/><Relationship Id="rId15" Type="http://schemas.openxmlformats.org/officeDocument/2006/relationships/hyperlink" Target="https://docs.google.com/spreadsheets/d/11LfHholpkKC0vhpQ7z_DvRme57lPln2jZR7Nm4EMrjg/edit" TargetMode="External"/><Relationship Id="rId17" Type="http://schemas.openxmlformats.org/officeDocument/2006/relationships/hyperlink" Target="https://github.com/samquansah-algo/nbc-vct/blob/main/marketing/INTERVIEW_TRACKER.md#interview-schedule" TargetMode="External"/><Relationship Id="rId19" Type="http://schemas.openxmlformats.org/officeDocument/2006/relationships/hyperlink" Target="https://github.com/samquansah-algo/nbc-vct/blob/main/marketing/INTERVIEW_TRACKER.md#outreach-log" TargetMode="External"/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4" Type="http://schemas.openxmlformats.org/officeDocument/2006/relationships/image" Target="../media/image-24-3.png"/><Relationship Id="rId6" Type="http://schemas.openxmlformats.org/officeDocument/2006/relationships/image" Target="../media/image-24-4.png"/><Relationship Id="rId8" Type="http://schemas.openxmlformats.org/officeDocument/2006/relationships/image" Target="../media/image-24-5.png"/><Relationship Id="rId10" Type="http://schemas.openxmlformats.org/officeDocument/2006/relationships/image" Target="../media/image-24-6.png"/><Relationship Id="rId12" Type="http://schemas.openxmlformats.org/officeDocument/2006/relationships/image" Target="../media/image-24-7.png"/><Relationship Id="rId14" Type="http://schemas.openxmlformats.org/officeDocument/2006/relationships/image" Target="../media/image-24-8.png"/><Relationship Id="rId16" Type="http://schemas.openxmlformats.org/officeDocument/2006/relationships/image" Target="../media/image-24-9.png"/><Relationship Id="rId18" Type="http://schemas.openxmlformats.org/officeDocument/2006/relationships/image" Target="../media/image-24-10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1LfHholpkKC0vhpQ7z_DvRme57lPln2jZR7Nm4EMrjg/edit" TargetMode="External"/><Relationship Id="rId5" Type="http://schemas.openxmlformats.org/officeDocument/2006/relationships/hyperlink" Target="https://github.com/samquansah-algo/nbc-vct/blob/main/marketing/INTERVIEW_TRACKER.md" TargetMode="External"/><Relationship Id="rId7" Type="http://schemas.openxmlformats.org/officeDocument/2006/relationships/hyperlink" Target="https://github.com/samquansah-algo/nbc-vct/blob/main/marketing/INTERVIEW_SCRIPT.md" TargetMode="External"/><Relationship Id="rId9" Type="http://schemas.openxmlformats.org/officeDocument/2006/relationships/hyperlink" Target="https://github.com/samquansah-algo/nbc-vct" TargetMode="External"/><Relationship Id="rId11" Type="http://schemas.openxmlformats.org/officeDocument/2006/relationships/hyperlink" Target="https://docs.google.com/spreadsheets/d/11LfHholpkKC0vhpQ7z_DvRme57lPln2jZR7Nm4EMrjg/edit" TargetMode="External"/><Relationship Id="rId13" Type="http://schemas.openxmlformats.org/officeDocument/2006/relationships/hyperlink" Target="https://github.com/samquansah-algo/nbc-vct/blob/main/marketing/INTERVIEW_TRACKER.md#interview-schedule" TargetMode="External"/><Relationship Id="rId15" Type="http://schemas.openxmlformats.org/officeDocument/2006/relationships/hyperlink" Target="https://github.com/samquansah-algo/nbc-vct/blob/main/marketing/INTERVIEW_TRACKER.md#outreach-log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image" Target="../media/image-25-4.png"/><Relationship Id="rId8" Type="http://schemas.openxmlformats.org/officeDocument/2006/relationships/image" Target="../media/image-25-5.png"/><Relationship Id="rId10" Type="http://schemas.openxmlformats.org/officeDocument/2006/relationships/image" Target="../media/image-25-6.png"/><Relationship Id="rId12" Type="http://schemas.openxmlformats.org/officeDocument/2006/relationships/image" Target="../media/image-25-7.png"/><Relationship Id="rId14" Type="http://schemas.openxmlformats.org/officeDocument/2006/relationships/image" Target="../media/image-25-8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1LfHholpkKC0vhpQ7z_DvRme57lPln2jZR7Nm4EMrjg/edit" TargetMode="External"/><Relationship Id="rId5" Type="http://schemas.openxmlformats.org/officeDocument/2006/relationships/hyperlink" Target="https://github.com/samquansah-algo/nbc-vct" TargetMode="External"/><Relationship Id="rId7" Type="http://schemas.openxmlformats.org/officeDocument/2006/relationships/hyperlink" Target="https://docs.google.com/spreadsheets/d/11LfHholpkKC0vhpQ7z_DvRme57lPln2jZR7Nm4EMrjg/edit" TargetMode="External"/><Relationship Id="rId9" Type="http://schemas.openxmlformats.org/officeDocument/2006/relationships/hyperlink" Target="https://github.com/samquansah-algo/nbc-vct/blob/main/marketing/crm/README.md" TargetMode="External"/><Relationship Id="rId11" Type="http://schemas.openxmlformats.org/officeDocument/2006/relationships/hyperlink" Target="https://github.com/samquansah-algo/nbc-vct/blob/main/marketing/crm/NBC_CRM.gs" TargetMode="External"/><Relationship Id="rId13" Type="http://schemas.openxmlformats.org/officeDocument/2006/relationships/hyperlink" Target="https://github.com/samquansah-algo/nbc-vct/blob/main/marketing/crm/tests/acceptance.test.js" TargetMode="External"/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4" Type="http://schemas.openxmlformats.org/officeDocument/2006/relationships/image" Target="../media/image-26-3.png"/><Relationship Id="rId6" Type="http://schemas.openxmlformats.org/officeDocument/2006/relationships/image" Target="../media/image-26-4.png"/><Relationship Id="rId8" Type="http://schemas.openxmlformats.org/officeDocument/2006/relationships/image" Target="../media/image-26-5.png"/><Relationship Id="rId10" Type="http://schemas.openxmlformats.org/officeDocument/2006/relationships/image" Target="../media/image-26-6.png"/><Relationship Id="rId12" Type="http://schemas.openxmlformats.org/officeDocument/2006/relationships/image" Target="../media/image-26-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marketing/crm/README.md" TargetMode="External"/><Relationship Id="rId5" Type="http://schemas.openxmlformats.org/officeDocument/2006/relationships/hyperlink" Target="https://github.com/samquansah-algo/nbc-vct/blob/main/marketing/crm/NBC_CRM.gs" TargetMode="External"/><Relationship Id="rId7" Type="http://schemas.openxmlformats.org/officeDocument/2006/relationships/hyperlink" Target="https://github.com/samquansah-algo/nbc-vct/blob/main/marketing/crm/tests/acceptance.test.js" TargetMode="External"/><Relationship Id="rId9" Type="http://schemas.openxmlformats.org/officeDocument/2006/relationships/hyperlink" Target="https://docs.google.com/spreadsheets/d/11LfHholpkKC0vhpQ7z_DvRme57lPln2jZR7Nm4EMrjg/edit" TargetMode="External"/><Relationship Id="rId11" Type="http://schemas.openxmlformats.org/officeDocument/2006/relationships/hyperlink" Target="https://github.com/samquansah-algo/nbc-vct" TargetMode="External"/><Relationship Id="rId13" Type="http://schemas.openxmlformats.org/officeDocument/2006/relationships/hyperlink" Target="https://docs.google.com/spreadsheets/d/11LfHholpkKC0vhpQ7z_DvRme57lPln2jZR7Nm4EMrjg/edit" TargetMode="External"/><Relationship Id="rId15" Type="http://schemas.openxmlformats.org/officeDocument/2006/relationships/hyperlink" Target="https://github.com/samquansah-algo/nbc-vct/blob/main/marketing/crm/README.md" TargetMode="External"/><Relationship Id="rId17" Type="http://schemas.openxmlformats.org/officeDocument/2006/relationships/hyperlink" Target="https://github.com/samquansah-algo/nbc-vct/blob/main/marketing/crm/NBC_CRM.gs" TargetMode="External"/><Relationship Id="rId19" Type="http://schemas.openxmlformats.org/officeDocument/2006/relationships/hyperlink" Target="https://github.com/samquansah-algo/nbc-vct/blob/main/marketing/crm/tests/acceptance.test.js" TargetMode="External"/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4" Type="http://schemas.openxmlformats.org/officeDocument/2006/relationships/image" Target="../media/image-27-3.png"/><Relationship Id="rId6" Type="http://schemas.openxmlformats.org/officeDocument/2006/relationships/image" Target="../media/image-27-4.png"/><Relationship Id="rId8" Type="http://schemas.openxmlformats.org/officeDocument/2006/relationships/image" Target="../media/image-27-5.png"/><Relationship Id="rId10" Type="http://schemas.openxmlformats.org/officeDocument/2006/relationships/image" Target="../media/image-27-6.png"/><Relationship Id="rId12" Type="http://schemas.openxmlformats.org/officeDocument/2006/relationships/image" Target="../media/image-27-7.png"/><Relationship Id="rId14" Type="http://schemas.openxmlformats.org/officeDocument/2006/relationships/image" Target="../media/image-27-8.png"/><Relationship Id="rId16" Type="http://schemas.openxmlformats.org/officeDocument/2006/relationships/image" Target="../media/image-27-9.png"/><Relationship Id="rId18" Type="http://schemas.openxmlformats.org/officeDocument/2006/relationships/image" Target="../media/image-27-10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rldbank.org/en/topic/education/brief/learning-poverty" TargetMode="External"/><Relationship Id="rId5" Type="http://schemas.openxmlformats.org/officeDocument/2006/relationships/hyperlink" Target="https://arxiv.org/abs/2402.09809" TargetMode="External"/><Relationship Id="rId7" Type="http://schemas.openxmlformats.org/officeDocument/2006/relationships/hyperlink" Target="https://ghanacodeclub.org/" TargetMode="External"/><Relationship Id="rId9" Type="http://schemas.openxmlformats.org/officeDocument/2006/relationships/hyperlink" Target="https://foundation.ghanarobotics.org/" TargetMode="External"/><Relationship Id="rId11" Type="http://schemas.openxmlformats.org/officeDocument/2006/relationships/hyperlink" Target="https://www.library.gov.gh/" TargetMode="External"/><Relationship Id="rId13" Type="http://schemas.openxmlformats.org/officeDocument/2006/relationships/hyperlink" Target="https://microbit.org/champions/" TargetMode="External"/><Relationship Id="rId15" Type="http://schemas.openxmlformats.org/officeDocument/2006/relationships/hyperlink" Target="https://github.com/samquansah-algo/nbc-vct" TargetMode="External"/><Relationship Id="rId17" Type="http://schemas.openxmlformats.org/officeDocument/2006/relationships/hyperlink" Target="https://docs.google.com/spreadsheets/d/11LfHholpkKC0vhpQ7z_DvRme57lPln2jZR7Nm4EMrjg/edit" TargetMode="External"/><Relationship Id="rId19" Type="http://schemas.openxmlformats.org/officeDocument/2006/relationships/hyperlink" Target="https://github.com/samquansah-algo/nbc-vct/blob/main/marketing/INTERVIEW_TRACKER.md" TargetMode="External"/><Relationship Id="rId21" Type="http://schemas.openxmlformats.org/officeDocument/2006/relationships/hyperlink" Target="https://github.com/samquansah-algo/nbc-vct/blob/main/forecasting/BENCHMARKS.md" TargetMode="External"/><Relationship Id="rId23" Type="http://schemas.openxmlformats.org/officeDocument/2006/relationships/hyperlink" Target="https://github.com/samquansah-algo/nbc-vct/blob/main/research/simulated/synthesis_memo.md" TargetMode="External"/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4" Type="http://schemas.openxmlformats.org/officeDocument/2006/relationships/image" Target="../media/image-28-3.png"/><Relationship Id="rId6" Type="http://schemas.openxmlformats.org/officeDocument/2006/relationships/image" Target="../media/image-28-4.png"/><Relationship Id="rId8" Type="http://schemas.openxmlformats.org/officeDocument/2006/relationships/image" Target="../media/image-28-5.png"/><Relationship Id="rId10" Type="http://schemas.openxmlformats.org/officeDocument/2006/relationships/image" Target="../media/image-28-6.png"/><Relationship Id="rId12" Type="http://schemas.openxmlformats.org/officeDocument/2006/relationships/image" Target="../media/image-28-7.png"/><Relationship Id="rId14" Type="http://schemas.openxmlformats.org/officeDocument/2006/relationships/image" Target="../media/image-28-8.png"/><Relationship Id="rId16" Type="http://schemas.openxmlformats.org/officeDocument/2006/relationships/image" Target="../media/image-28-9.png"/><Relationship Id="rId18" Type="http://schemas.openxmlformats.org/officeDocument/2006/relationships/image" Target="../media/image-28-10.png"/><Relationship Id="rId20" Type="http://schemas.openxmlformats.org/officeDocument/2006/relationships/image" Target="../media/image-28-11.png"/><Relationship Id="rId22" Type="http://schemas.openxmlformats.org/officeDocument/2006/relationships/image" Target="../media/image-28-12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1LfHholpkKC0vhpQ7z_DvRme57lPln2jZR7Nm4EMrjg/edit" TargetMode="External"/><Relationship Id="rId5" Type="http://schemas.openxmlformats.org/officeDocument/2006/relationships/hyperlink" Target="https://github.com/samquansah-algo/nbc-vct" TargetMode="External"/><Relationship Id="rId7" Type="http://schemas.openxmlformats.org/officeDocument/2006/relationships/hyperlink" Target="https://docs.google.com/spreadsheets/d/11LfHholpkKC0vhpQ7z_DvRme57lPln2jZR7Nm4EMrjg/edit" TargetMode="External"/><Relationship Id="rId9" Type="http://schemas.openxmlformats.org/officeDocument/2006/relationships/hyperlink" Target="https://github.com/samquansah-algo/nbc-vct/blob/main/marketing/INTERVIEW_TRACKER.md" TargetMode="External"/><Relationship Id="rId11" Type="http://schemas.openxmlformats.org/officeDocument/2006/relationships/hyperlink" Target="https://github.com/samquansah-algo/nbc-vct/blob/main/forecasting/BENCHMARKS.md" TargetMode="External"/><Relationship Id="rId13" Type="http://schemas.openxmlformats.org/officeDocument/2006/relationships/hyperlink" Target="https://github.com/samquansah-algo/nbc-vct/blob/main/research/simulated/synthesis_memo.md" TargetMode="External"/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4" Type="http://schemas.openxmlformats.org/officeDocument/2006/relationships/image" Target="../media/image-29-3.png"/><Relationship Id="rId6" Type="http://schemas.openxmlformats.org/officeDocument/2006/relationships/image" Target="../media/image-29-4.png"/><Relationship Id="rId8" Type="http://schemas.openxmlformats.org/officeDocument/2006/relationships/image" Target="../media/image-29-5.png"/><Relationship Id="rId10" Type="http://schemas.openxmlformats.org/officeDocument/2006/relationships/image" Target="../media/image-29-6.png"/><Relationship Id="rId12" Type="http://schemas.openxmlformats.org/officeDocument/2006/relationships/image" Target="../media/image-29-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foundation.ghanarobotics.org/" TargetMode="External"/><Relationship Id="rId5" Type="http://schemas.openxmlformats.org/officeDocument/2006/relationships/hyperlink" Target="https://github.com/samquansah-algo/nbc-vct" TargetMode="External"/><Relationship Id="rId7" Type="http://schemas.openxmlformats.org/officeDocument/2006/relationships/hyperlink" Target="https://docs.google.com/spreadsheets/d/11LfHholpkKC0vhpQ7z_DvRme57lPln2jZR7Nm4EMrjg/edit" TargetMode="External"/><Relationship Id="rId9" Type="http://schemas.openxmlformats.org/officeDocument/2006/relationships/hyperlink" Target="https://github.com/samquansah-algo/nbc-vct/blob/main/marketing/INTERVIEW_TRACKER.md#insights-grid" TargetMode="External"/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4" Type="http://schemas.openxmlformats.org/officeDocument/2006/relationships/image" Target="../media/image-30-3.png"/><Relationship Id="rId6" Type="http://schemas.openxmlformats.org/officeDocument/2006/relationships/image" Target="../media/image-30-4.png"/><Relationship Id="rId8" Type="http://schemas.openxmlformats.org/officeDocument/2006/relationships/image" Target="../media/image-30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hanacodeclub.org/" TargetMode="External"/><Relationship Id="rId5" Type="http://schemas.openxmlformats.org/officeDocument/2006/relationships/hyperlink" Target="https://ghanacodeclub.org/" TargetMode="External"/><Relationship Id="rId7" Type="http://schemas.openxmlformats.org/officeDocument/2006/relationships/hyperlink" Target="https://www.library.gov.gh/" TargetMode="External"/><Relationship Id="rId9" Type="http://schemas.openxmlformats.org/officeDocument/2006/relationships/hyperlink" Target="https://github.com/samquansah-algo/nbc-vct" TargetMode="External"/><Relationship Id="rId11" Type="http://schemas.openxmlformats.org/officeDocument/2006/relationships/hyperlink" Target="https://docs.google.com/spreadsheets/d/11LfHholpkKC0vhpQ7z_DvRme57lPln2jZR7Nm4EMrjg/edit" TargetMode="External"/><Relationship Id="rId13" Type="http://schemas.openxmlformats.org/officeDocument/2006/relationships/hyperlink" Target="https://github.com/samquansah-algo/nbc-vct/blob/main/marketing/INTERVIEW_TRACKER.md#insights-grid" TargetMode="External"/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4" Type="http://schemas.openxmlformats.org/officeDocument/2006/relationships/image" Target="../media/image-31-3.png"/><Relationship Id="rId6" Type="http://schemas.openxmlformats.org/officeDocument/2006/relationships/image" Target="../media/image-31-4.png"/><Relationship Id="rId8" Type="http://schemas.openxmlformats.org/officeDocument/2006/relationships/image" Target="../media/image-31-5.png"/><Relationship Id="rId10" Type="http://schemas.openxmlformats.org/officeDocument/2006/relationships/image" Target="../media/image-31-6.png"/><Relationship Id="rId12" Type="http://schemas.openxmlformats.org/officeDocument/2006/relationships/image" Target="../media/image-31-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groups/librarymaker/" TargetMode="External"/><Relationship Id="rId5" Type="http://schemas.openxmlformats.org/officeDocument/2006/relationships/hyperlink" Target="https://www.reddit.com/r/homeschool/" TargetMode="External"/><Relationship Id="rId7" Type="http://schemas.openxmlformats.org/officeDocument/2006/relationships/hyperlink" Target="https://www.isls.org/" TargetMode="External"/><Relationship Id="rId9" Type="http://schemas.openxmlformats.org/officeDocument/2006/relationships/hyperlink" Target="https://github.com/samquansah-algo/nbc-vct" TargetMode="External"/><Relationship Id="rId11" Type="http://schemas.openxmlformats.org/officeDocument/2006/relationships/hyperlink" Target="https://docs.google.com/spreadsheets/d/11LfHholpkKC0vhpQ7z_DvRme57lPln2jZR7Nm4EMrjg/edit" TargetMode="External"/><Relationship Id="rId13" Type="http://schemas.openxmlformats.org/officeDocument/2006/relationships/hyperlink" Target="https://github.com/samquansah-algo/nbc-vct/blob/main/marketing/INTERVIEW_TRACKER.md#insights-grid" TargetMode="External"/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4" Type="http://schemas.openxmlformats.org/officeDocument/2006/relationships/image" Target="../media/image-32-3.png"/><Relationship Id="rId6" Type="http://schemas.openxmlformats.org/officeDocument/2006/relationships/image" Target="../media/image-32-4.png"/><Relationship Id="rId8" Type="http://schemas.openxmlformats.org/officeDocument/2006/relationships/image" Target="../media/image-32-5.png"/><Relationship Id="rId10" Type="http://schemas.openxmlformats.org/officeDocument/2006/relationships/image" Target="../media/image-32-6.png"/><Relationship Id="rId12" Type="http://schemas.openxmlformats.org/officeDocument/2006/relationships/image" Target="../media/image-32-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" TargetMode="External"/><Relationship Id="rId5" Type="http://schemas.openxmlformats.org/officeDocument/2006/relationships/hyperlink" Target="https://docs.google.com/spreadsheets/d/11LfHholpkKC0vhpQ7z_DvRme57lPln2jZR7Nm4EMrjg/edit" TargetMode="External"/><Relationship Id="rId7" Type="http://schemas.openxmlformats.org/officeDocument/2006/relationships/hyperlink" Target="https://github.com/samquansah-algo/nbc-vct/blob/main/marketing/INTERVIEW_TRACKER.md#insights-grid" TargetMode="External"/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4" Type="http://schemas.openxmlformats.org/officeDocument/2006/relationships/image" Target="../media/image-33-3.png"/><Relationship Id="rId6" Type="http://schemas.openxmlformats.org/officeDocument/2006/relationships/image" Target="../media/image-3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" TargetMode="External"/><Relationship Id="rId5" Type="http://schemas.openxmlformats.org/officeDocument/2006/relationships/hyperlink" Target="https://github.com/samquansah-algo/nbc-vct/blob/main/strategy/NBC_Tactical_Playbook_v5.md" TargetMode="External"/><Relationship Id="rId7" Type="http://schemas.openxmlformats.org/officeDocument/2006/relationships/hyperlink" Target="https://github.com/samquansah-algo/nbc-vct/blob/main/tactics-milestones/24_STEPS_TRACKER.md" TargetMode="External"/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4" Type="http://schemas.openxmlformats.org/officeDocument/2006/relationships/image" Target="../media/image-34-3.png"/><Relationship Id="rId6" Type="http://schemas.openxmlformats.org/officeDocument/2006/relationships/image" Target="../media/image-34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" TargetMode="External"/><Relationship Id="rId5" Type="http://schemas.openxmlformats.org/officeDocument/2006/relationships/hyperlink" Target="https://github.com/samquansah-algo/nbc-vct/blob/main/strategy/NBC_Tactical_Playbook_v5.md" TargetMode="External"/><Relationship Id="rId7" Type="http://schemas.openxmlformats.org/officeDocument/2006/relationships/hyperlink" Target="https://github.com/samquansah-algo/nbc-vct/blob/main/tactics-milestones/24_STEPS_TRACKER.md" TargetMode="External"/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4" Type="http://schemas.openxmlformats.org/officeDocument/2006/relationships/image" Target="../media/image-35-3.png"/><Relationship Id="rId6" Type="http://schemas.openxmlformats.org/officeDocument/2006/relationships/image" Target="../media/image-35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" TargetMode="External"/><Relationship Id="rId5" Type="http://schemas.openxmlformats.org/officeDocument/2006/relationships/hyperlink" Target="https://github.com/samquansah-algo/nbc-vct/blob/main/thesis/NBC_Thesis_and_Strategy_v5.md" TargetMode="External"/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4" Type="http://schemas.openxmlformats.org/officeDocument/2006/relationships/image" Target="../media/image-3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forecasting/ECONOMICS.md" TargetMode="External"/><Relationship Id="rId5" Type="http://schemas.openxmlformats.org/officeDocument/2006/relationships/hyperlink" Target="https://uis.unesco.org/" TargetMode="External"/><Relationship Id="rId7" Type="http://schemas.openxmlformats.org/officeDocument/2006/relationships/hyperlink" Target="https://github.com/samquansah-algo/nbc-vct/blob/main/forecasting/ECONOMICS.md" TargetMode="External"/><Relationship Id="rId9" Type="http://schemas.openxmlformats.org/officeDocument/2006/relationships/hyperlink" Target="https://github.com/samquansah-algo/nbc-vct/blob/main/forecasting/ECONOMICS.md" TargetMode="External"/><Relationship Id="rId11" Type="http://schemas.openxmlformats.org/officeDocument/2006/relationships/hyperlink" Target="https://github.com/samquansah-algo/nbc-vct/blob/main/forecasting/BENCHMARKS.md" TargetMode="External"/><Relationship Id="rId13" Type="http://schemas.openxmlformats.org/officeDocument/2006/relationships/hyperlink" Target="https://github.com/samquansah-algo/nbc-vct" TargetMode="External"/><Relationship Id="rId15" Type="http://schemas.openxmlformats.org/officeDocument/2006/relationships/hyperlink" Target="https://github.com/samquansah-algo/nbc-vct/blob/main/forecasting/ECONOMICS.md" TargetMode="External"/><Relationship Id="rId17" Type="http://schemas.openxmlformats.org/officeDocument/2006/relationships/hyperlink" Target="https://github.com/samquansah-algo/nbc-vct/blob/main/forecasting/projections_scenarios.csv" TargetMode="External"/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4" Type="http://schemas.openxmlformats.org/officeDocument/2006/relationships/image" Target="../media/image-37-3.png"/><Relationship Id="rId6" Type="http://schemas.openxmlformats.org/officeDocument/2006/relationships/image" Target="../media/image-37-4.png"/><Relationship Id="rId8" Type="http://schemas.openxmlformats.org/officeDocument/2006/relationships/image" Target="../media/image-37-5.png"/><Relationship Id="rId10" Type="http://schemas.openxmlformats.org/officeDocument/2006/relationships/image" Target="../media/image-37-6.png"/><Relationship Id="rId12" Type="http://schemas.openxmlformats.org/officeDocument/2006/relationships/image" Target="../media/image-37-7.png"/><Relationship Id="rId14" Type="http://schemas.openxmlformats.org/officeDocument/2006/relationships/image" Target="../media/image-37-8.png"/><Relationship Id="rId16" Type="http://schemas.openxmlformats.org/officeDocument/2006/relationships/image" Target="../media/image-37-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5" Type="http://schemas.openxmlformats.org/officeDocument/2006/relationships/hyperlink" Target="https://github.com/samquansah-algo/nbc-vct" TargetMode="External"/><Relationship Id="rId7" Type="http://schemas.openxmlformats.org/officeDocument/2006/relationships/hyperlink" Target="https://github.com/samquansah-algo/nbc-vct/blob/main/brand/BRAND.md" TargetMode="External"/><Relationship Id="rId9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4" Type="http://schemas.openxmlformats.org/officeDocument/2006/relationships/image" Target="../media/image-38-3.png"/><Relationship Id="rId6" Type="http://schemas.openxmlformats.org/officeDocument/2006/relationships/image" Target="../media/image-38-4.png"/><Relationship Id="rId8" Type="http://schemas.openxmlformats.org/officeDocument/2006/relationships/image" Target="../media/image-38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" TargetMode="External"/><Relationship Id="rId5" Type="http://schemas.openxmlformats.org/officeDocument/2006/relationships/hyperlink" Target="https://github.com/samquansah-algo/nbc-vct/blob/main/tactics-milestones/DEADLINES.md" TargetMode="External"/><Relationship Id="rId7" Type="http://schemas.openxmlformats.org/officeDocument/2006/relationships/hyperlink" Target="https://github.com/samquansah-algo/nbc-vct/blob/main/tactics-milestones/WEEKLY_DECISION_RECORD.md" TargetMode="External"/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4" Type="http://schemas.openxmlformats.org/officeDocument/2006/relationships/image" Target="../media/image-39-3.png"/><Relationship Id="rId6" Type="http://schemas.openxmlformats.org/officeDocument/2006/relationships/image" Target="../media/image-39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" TargetMode="External"/><Relationship Id="rId5" Type="http://schemas.openxmlformats.org/officeDocument/2006/relationships/hyperlink" Target="https://github.com/samquansah-algo/nbc-vct/blob/main/tactics-milestones/DEADLINES.md" TargetMode="External"/><Relationship Id="rId7" Type="http://schemas.openxmlformats.org/officeDocument/2006/relationships/hyperlink" Target="https://github.com/samquansah-algo/nbc-vct/blob/main/tactics-milestones/WEEKLY_DECISION_RECORD.md" TargetMode="External"/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4" Type="http://schemas.openxmlformats.org/officeDocument/2006/relationships/image" Target="../media/image-40-3.png"/><Relationship Id="rId6" Type="http://schemas.openxmlformats.org/officeDocument/2006/relationships/image" Target="../media/image-40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" TargetMode="External"/><Relationship Id="rId5" Type="http://schemas.openxmlformats.org/officeDocument/2006/relationships/hyperlink" Target="https://docs.google.com/spreadsheets/d/11LfHholpkKC0vhpQ7z_DvRme57lPln2jZR7Nm4EMrjg/edit" TargetMode="External"/><Relationship Id="rId7" Type="http://schemas.openxmlformats.org/officeDocument/2006/relationships/hyperlink" Target="https://github.com/samquansah-algo/nbc-vct/blob/main/marketing/crm/README.md" TargetMode="External"/><Relationship Id="rId9" Type="http://schemas.openxmlformats.org/officeDocument/2006/relationships/hyperlink" Target="https://github.com/samquansah-algo/nbc-vct/blob/main/marketing/INTERVIEW_SCRIPT.md" TargetMode="External"/><Relationship Id="rId11" Type="http://schemas.openxmlformats.org/officeDocument/2006/relationships/hyperlink" Target="https://github.com/samquansah-algo/nbc-vct/blob/main/marketing/watering_holes_v5.md" TargetMode="External"/><Relationship Id="rId13" Type="http://schemas.openxmlformats.org/officeDocument/2006/relationships/hyperlink" Target="https://github.com/samquansah-algo/nbc-vct/blob/main/marketing/OUTREACH_MESSAGES.md" TargetMode="External"/><Relationship Id="rId15" Type="http://schemas.openxmlformats.org/officeDocument/2006/relationships/hyperlink" Target="https://github.com/samquansah-algo/nbc-vct/blob/main/marketing/INTERVIEW_TRACKER.md" TargetMode="External"/><Relationship Id="rId17" Type="http://schemas.openxmlformats.org/officeDocument/2006/relationships/hyperlink" Target="https://github.com/samquansah-algo/nbc-vct/blob/main/marketing/MARKETING_STRATEGY.md" TargetMode="External"/><Relationship Id="rId19" Type="http://schemas.openxmlformats.org/officeDocument/2006/relationships/hyperlink" Target="https://github.com/samquansah-algo/nbc-vct/blob/main/thesis/NBC_Thesis_and_Strategy_v5.md" TargetMode="External"/><Relationship Id="rId21" Type="http://schemas.openxmlformats.org/officeDocument/2006/relationships/hyperlink" Target="https://github.com/samquansah-algo/nbc-vct/blob/main/forecasting/ECONOMICS.md" TargetMode="External"/><Relationship Id="rId23" Type="http://schemas.openxmlformats.org/officeDocument/2006/relationships/hyperlink" Target="https://github.com/samquansah-algo/nbc-vct/blob/main/forecasting/BENCHMARKS.md" TargetMode="External"/><Relationship Id="rId25" Type="http://schemas.openxmlformats.org/officeDocument/2006/relationships/hyperlink" Target="https://github.com/samquansah-algo/nbc-vct/blob/main/tactics-milestones/DEADLINES.md" TargetMode="External"/><Relationship Id="rId27" Type="http://schemas.openxmlformats.org/officeDocument/2006/relationships/hyperlink" Target="https://github.com/samquansah-algo/nbc-vct/blob/main/tactics-milestones/WEEKLY_DECISION_RECORD.md" TargetMode="External"/><Relationship Id="rId29" Type="http://schemas.openxmlformats.org/officeDocument/2006/relationships/hyperlink" Target="https://github.com/samquansah-algo/nbc-vct/blob/main/brand/NBC_Brand_Guide.pdf" TargetMode="External"/><Relationship Id="rId31" Type="http://schemas.openxmlformats.org/officeDocument/2006/relationships/hyperlink" Target="https://github.com/samquansah-algo/nbc-vct" TargetMode="External"/><Relationship Id="rId33" Type="http://schemas.openxmlformats.org/officeDocument/2006/relationships/hyperlink" Target="https://github.com/samquansah-algo/nbc-vct" TargetMode="External"/><Relationship Id="rId35" Type="http://schemas.openxmlformats.org/officeDocument/2006/relationships/hyperlink" Target="https://github.com/samquansah-algo/nbc-vct" TargetMode="External"/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4" Type="http://schemas.openxmlformats.org/officeDocument/2006/relationships/image" Target="../media/image-41-3.png"/><Relationship Id="rId6" Type="http://schemas.openxmlformats.org/officeDocument/2006/relationships/image" Target="../media/image-41-4.png"/><Relationship Id="rId8" Type="http://schemas.openxmlformats.org/officeDocument/2006/relationships/image" Target="../media/image-41-5.png"/><Relationship Id="rId10" Type="http://schemas.openxmlformats.org/officeDocument/2006/relationships/image" Target="../media/image-41-6.png"/><Relationship Id="rId12" Type="http://schemas.openxmlformats.org/officeDocument/2006/relationships/image" Target="../media/image-41-7.png"/><Relationship Id="rId14" Type="http://schemas.openxmlformats.org/officeDocument/2006/relationships/image" Target="../media/image-41-8.png"/><Relationship Id="rId16" Type="http://schemas.openxmlformats.org/officeDocument/2006/relationships/image" Target="../media/image-41-9.png"/><Relationship Id="rId18" Type="http://schemas.openxmlformats.org/officeDocument/2006/relationships/image" Target="../media/image-41-10.png"/><Relationship Id="rId20" Type="http://schemas.openxmlformats.org/officeDocument/2006/relationships/image" Target="../media/image-41-11.png"/><Relationship Id="rId22" Type="http://schemas.openxmlformats.org/officeDocument/2006/relationships/image" Target="../media/image-41-12.png"/><Relationship Id="rId24" Type="http://schemas.openxmlformats.org/officeDocument/2006/relationships/image" Target="../media/image-41-13.png"/><Relationship Id="rId26" Type="http://schemas.openxmlformats.org/officeDocument/2006/relationships/image" Target="../media/image-41-14.png"/><Relationship Id="rId28" Type="http://schemas.openxmlformats.org/officeDocument/2006/relationships/image" Target="../media/image-41-15.png"/><Relationship Id="rId30" Type="http://schemas.openxmlformats.org/officeDocument/2006/relationships/image" Target="../media/image-41-16.png"/><Relationship Id="rId32" Type="http://schemas.openxmlformats.org/officeDocument/2006/relationships/image" Target="../media/image-41-17.png"/><Relationship Id="rId34" Type="http://schemas.openxmlformats.org/officeDocument/2006/relationships/image" Target="../media/image-41-18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3458840"/>
            <a:ext cx="2062162" cy="157163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tree/main/weekly-tactics/01-market-research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638" y="3458840"/>
            <a:ext cx="842963" cy="157163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4325" y="3458840"/>
            <a:ext cx="1614488" cy="1571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887" y="4760119"/>
            <a:ext cx="333375" cy="12858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thesis/NBC_Thesis_and_Strategy_v5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650" y="4760119"/>
            <a:ext cx="414338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012" y="4760119"/>
            <a:ext cx="333375" cy="12858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INTERVIEW_SCRIPT.md#hypothese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4760119"/>
            <a:ext cx="1052512" cy="12858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strategy/NBC_Tactical_Playbook_v5.m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0487" y="4760119"/>
            <a:ext cx="571500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513" y="4760119"/>
            <a:ext cx="333375" cy="12858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INTERVIEW_SCRIPT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275" y="4760119"/>
            <a:ext cx="747712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513" y="4760119"/>
            <a:ext cx="333375" cy="12858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INTERVIEW_SCRIPT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275" y="4760119"/>
            <a:ext cx="747712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513" y="4760119"/>
            <a:ext cx="333375" cy="12858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INTERVIEW_SCRIPT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275" y="4760119"/>
            <a:ext cx="747712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hanacodeclub.org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58987"/>
            <a:ext cx="1219200" cy="195263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hanacodeclub.org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142729"/>
            <a:ext cx="2235175" cy="142875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foundation.ghanarobotics.org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4375" y="1658987"/>
            <a:ext cx="1809750" cy="390525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foundation.ghanarobotics.org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4375" y="2958033"/>
            <a:ext cx="2235175" cy="142875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www.library.gov.gh/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7225" y="1658987"/>
            <a:ext cx="1733550" cy="195263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www.library.gov.gh/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37225" y="2762771"/>
            <a:ext cx="2235175" cy="142875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4760119"/>
            <a:ext cx="333375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watering_holes_v5.md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8962" y="4760119"/>
            <a:ext cx="134302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set.education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977851"/>
            <a:ext cx="2019300" cy="39052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set.education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496866"/>
            <a:ext cx="2235175" cy="142875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makersplacegh.com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4375" y="1977851"/>
            <a:ext cx="1724025" cy="195263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makersplacegh.com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4375" y="3301603"/>
            <a:ext cx="2235175" cy="142875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4760119"/>
            <a:ext cx="333375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/blob/main/marketing/watering_holes_v5.md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8962" y="4760119"/>
            <a:ext cx="134302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facebook.com/groups/librarymaker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658987"/>
            <a:ext cx="1533525" cy="39052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www.facebook.com/groups/librarymaker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958033"/>
            <a:ext cx="2235175" cy="142875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microbit.org/champions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4375" y="1658987"/>
            <a:ext cx="1471613" cy="195263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microbit.org/champions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4375" y="2982739"/>
            <a:ext cx="2235175" cy="142875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www.scratchfoundation.org/scratch-meetups-learn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7225" y="1658987"/>
            <a:ext cx="1862137" cy="195263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www.scratchfoundation.org/scratch-meetups-learn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37225" y="3202707"/>
            <a:ext cx="2235175" cy="142875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4760119"/>
            <a:ext cx="333375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watering_holes_v5.md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8962" y="4760119"/>
            <a:ext cx="134302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reddit.com/r/homeschool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977851"/>
            <a:ext cx="990600" cy="195263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www.reddit.com/r/homeschool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301603"/>
            <a:ext cx="2235175" cy="142875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www.isls.org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4375" y="1977851"/>
            <a:ext cx="1981200" cy="390525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www.isls.org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4375" y="3276898"/>
            <a:ext cx="2235175" cy="142875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1288" y="4760119"/>
            <a:ext cx="333375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/blob/main/marketing/watering_holes_v5.md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7050" y="4760119"/>
            <a:ext cx="134302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foundation.ghanarobotics.org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744712"/>
            <a:ext cx="2752725" cy="1333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foundation.ghanarobotics.org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650" y="1744712"/>
            <a:ext cx="352425" cy="1333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hanacodeclub.org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038" y="1744712"/>
            <a:ext cx="1247775" cy="13335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hanacodeclub.org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6012" y="1744712"/>
            <a:ext cx="352425" cy="13335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0" y="4760119"/>
            <a:ext cx="333375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6513" y="4760119"/>
            <a:ext cx="404813" cy="128588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marketing/OUTREACH_MESSAGES.md#v1-first-messages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67525" y="4760119"/>
            <a:ext cx="600075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OUTREACH_MESSAGES.md#send-schedule-tactic-week-wed-23--tue-29-se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3800" y="4760119"/>
            <a:ext cx="6762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library.gov.gh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916162"/>
            <a:ext cx="2224088" cy="1333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www.library.gov.gh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012" y="1916162"/>
            <a:ext cx="352425" cy="1333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www.facebook.com/groups/librarymaker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038" y="1916162"/>
            <a:ext cx="2371725" cy="13335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www.facebook.com/groups/librarymaker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9962" y="1916162"/>
            <a:ext cx="352425" cy="13335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0" y="4760119"/>
            <a:ext cx="333375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6513" y="4760119"/>
            <a:ext cx="404813" cy="128588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marketing/OUTREACH_MESSAGES.md#v1-first-messages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67525" y="4760119"/>
            <a:ext cx="600075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OUTREACH_MESSAGES.md#send-schedule-tactic-week-wed-23--tue-29-se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3800" y="4760119"/>
            <a:ext cx="6762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isls.org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916162"/>
            <a:ext cx="1881187" cy="1333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www.isls.org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5112" y="1916162"/>
            <a:ext cx="352425" cy="1333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microbit.org/champions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038" y="1916162"/>
            <a:ext cx="1909762" cy="13335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microbit.org/champions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1916162"/>
            <a:ext cx="352425" cy="13335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0" y="4760119"/>
            <a:ext cx="333375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6513" y="4760119"/>
            <a:ext cx="404813" cy="128588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marketing/OUTREACH_MESSAGES.md#v1-first-messages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67525" y="4760119"/>
            <a:ext cx="600075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OUTREACH_MESSAGES.md#send-schedule-tactic-week-wed-23--tue-29-se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3800" y="4760119"/>
            <a:ext cx="6762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makersplacegh.com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916162"/>
            <a:ext cx="2228850" cy="1333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makersplacegh.com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775" y="1916162"/>
            <a:ext cx="352425" cy="1333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www.scratchfoundation.org/scratch-meetups-learn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038" y="1916162"/>
            <a:ext cx="1609725" cy="13335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www.scratchfoundation.org/scratch-meetups-learn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7963" y="1916162"/>
            <a:ext cx="352425" cy="13335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0" y="4760119"/>
            <a:ext cx="333375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6513" y="4760119"/>
            <a:ext cx="404813" cy="128588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marketing/OUTREACH_MESSAGES.md#v1-first-messages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67525" y="4760119"/>
            <a:ext cx="600075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OUTREACH_MESSAGES.md#send-schedule-tactic-week-wed-23--tue-29-se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3800" y="4760119"/>
            <a:ext cx="6762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reddit.com/r/homeschool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744712"/>
            <a:ext cx="1028700" cy="1333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www.reddit.com/r/homeschool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625" y="1744712"/>
            <a:ext cx="352425" cy="1333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www.isls.org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038" y="1744712"/>
            <a:ext cx="1685925" cy="13335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www.isls.org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4163" y="1744712"/>
            <a:ext cx="352425" cy="13335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0" y="4760119"/>
            <a:ext cx="333375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6513" y="4760119"/>
            <a:ext cx="404813" cy="128588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marketing/OUTREACH_MESSAGES.md#v1-first-messages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67525" y="4760119"/>
            <a:ext cx="600075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OUTREACH_MESSAGES.md#send-schedule-tactic-week-wed-23--tue-29-se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3800" y="4760119"/>
            <a:ext cx="6762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25" y="2084710"/>
            <a:ext cx="1676400" cy="176212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4760119"/>
            <a:ext cx="333375" cy="12858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513" y="4760119"/>
            <a:ext cx="404813" cy="128588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marketing/OUTREACH_MESSAGES.md#v1-first-messages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525" y="4760119"/>
            <a:ext cx="600075" cy="128588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blob/main/marketing/OUTREACH_MESSAGES.md#send-schedule-tactic-week-wed-23--tue-29-se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3800" y="4760119"/>
            <a:ext cx="6762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foundation.ghanarobotics.org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744712"/>
            <a:ext cx="2752725" cy="1333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foundation.ghanarobotics.org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650" y="1744712"/>
            <a:ext cx="352425" cy="1333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hanacodeclub.org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038" y="1744712"/>
            <a:ext cx="1247775" cy="13335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hanacodeclub.org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6012" y="1744712"/>
            <a:ext cx="352425" cy="13335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0" y="4760119"/>
            <a:ext cx="333375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6513" y="4760119"/>
            <a:ext cx="404813" cy="128588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marketing/OUTREACH_MESSAGES.md#v2-refined-messages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67525" y="4760119"/>
            <a:ext cx="600075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OUTREACH_MESSAGES.md#send-schedule-tactic-week-wed-23--tue-29-se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3800" y="4760119"/>
            <a:ext cx="6762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library.gov.gh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916162"/>
            <a:ext cx="2224088" cy="1333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www.library.gov.gh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012" y="1916162"/>
            <a:ext cx="352425" cy="1333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www.facebook.com/groups/librarymaker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038" y="1916162"/>
            <a:ext cx="2371725" cy="13335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www.facebook.com/groups/librarymaker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9962" y="1916162"/>
            <a:ext cx="352425" cy="13335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0" y="4760119"/>
            <a:ext cx="333375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6513" y="4760119"/>
            <a:ext cx="404813" cy="128588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marketing/OUTREACH_MESSAGES.md#v2-refined-messages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67525" y="4760119"/>
            <a:ext cx="600075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OUTREACH_MESSAGES.md#send-schedule-tactic-week-wed-23--tue-29-se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3800" y="4760119"/>
            <a:ext cx="6762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isls.org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916162"/>
            <a:ext cx="1881187" cy="1333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www.isls.org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5112" y="1916162"/>
            <a:ext cx="352425" cy="1333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microbit.org/champions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038" y="1916162"/>
            <a:ext cx="1909762" cy="13335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microbit.org/champions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1916162"/>
            <a:ext cx="352425" cy="13335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0" y="4760119"/>
            <a:ext cx="333375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6513" y="4760119"/>
            <a:ext cx="404813" cy="128588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marketing/OUTREACH_MESSAGES.md#v2-refined-messages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67525" y="4760119"/>
            <a:ext cx="600075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OUTREACH_MESSAGES.md#send-schedule-tactic-week-wed-23--tue-29-se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3800" y="4760119"/>
            <a:ext cx="6762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makersplacegh.com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916162"/>
            <a:ext cx="2228850" cy="1333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makersplacegh.com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775" y="1916162"/>
            <a:ext cx="352425" cy="1333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www.scratchfoundation.org/scratch-meetups-learn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038" y="1916162"/>
            <a:ext cx="1609725" cy="13335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www.scratchfoundation.org/scratch-meetups-learn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7963" y="1916162"/>
            <a:ext cx="352425" cy="13335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0" y="4760119"/>
            <a:ext cx="333375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6513" y="4760119"/>
            <a:ext cx="404813" cy="128588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marketing/OUTREACH_MESSAGES.md#v2-refined-messages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67525" y="4760119"/>
            <a:ext cx="600075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OUTREACH_MESSAGES.md#send-schedule-tactic-week-wed-23--tue-29-se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3800" y="4760119"/>
            <a:ext cx="6762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reddit.com/r/homeschool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744712"/>
            <a:ext cx="1028700" cy="1333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www.reddit.com/r/homeschool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625" y="1744712"/>
            <a:ext cx="352425" cy="1333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0" y="4760119"/>
            <a:ext cx="333375" cy="128588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6513" y="4760119"/>
            <a:ext cx="404813" cy="128588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blob/main/marketing/OUTREACH_MESSAGES.md#v2-refined-messages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7525" y="4760119"/>
            <a:ext cx="600075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/blob/main/marketing/OUTREACH_MESSAGES.md#send-schedule-tactic-week-wed-23--tue-29-se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3800" y="4760119"/>
            <a:ext cx="6762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64718"/>
            <a:ext cx="962025" cy="176212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4760119"/>
            <a:ext cx="333375" cy="12858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513" y="4760119"/>
            <a:ext cx="404813" cy="128588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marketing/OUTREACH_MESSAGES.md#v2-refined-messages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525" y="4760119"/>
            <a:ext cx="600075" cy="128588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blob/main/marketing/OUTREACH_MESSAGES.md#send-schedule-tactic-week-wed-23--tue-29-se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3800" y="4760119"/>
            <a:ext cx="6762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foundation.ghanarobotics.org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63" y="1624012"/>
            <a:ext cx="347663" cy="18573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hanacodeclub.org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463" y="3014663"/>
            <a:ext cx="1123950" cy="18573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387" y="4760119"/>
            <a:ext cx="333375" cy="128588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150" y="4760119"/>
            <a:ext cx="404813" cy="128588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blob/main/marketing/INTERVIEW_TRACKER.md#interview-schedule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4163" y="4760119"/>
            <a:ext cx="900113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/blob/main/marketing/INTERVIEW_TRACKER.md#outreach-log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10475" y="4760119"/>
            <a:ext cx="609600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hanacodeclub.org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243" y="1624012"/>
            <a:ext cx="1123950" cy="18573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www.library.gov.gh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243" y="1971675"/>
            <a:ext cx="1552575" cy="18573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www.facebook.com/groups/librarymaker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4243" y="2319337"/>
            <a:ext cx="1743075" cy="185738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www.reddit.com/r/homeschool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4243" y="2667000"/>
            <a:ext cx="909638" cy="185738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www.isls.org/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4243" y="3014663"/>
            <a:ext cx="271463" cy="18573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7387" y="4760119"/>
            <a:ext cx="333375" cy="128588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53150" y="4760119"/>
            <a:ext cx="404813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INTERVIEW_TRACKER.md#interview-schedule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34163" y="4760119"/>
            <a:ext cx="900113" cy="128588"/>
          </a:xfrm>
          <a:prstGeom prst="rect">
            <a:avLst/>
          </a:prstGeom>
        </p:spPr>
      </p:pic>
      <p:pic>
        <p:nvPicPr>
          <p:cNvPr id="11" name="Image 9" descr="preencoded.png">
            <a:hlinkClick r:id="rId19" tooltip="https://github.com/samquansah-algo/nbc-vct/blob/main/marketing/INTERVIEW_TRACKER.md#outreach-log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10475" y="4760119"/>
            <a:ext cx="609600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3" y="1724695"/>
            <a:ext cx="1724025" cy="1809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INTERVIEW_TRACKER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00" y="2284586"/>
            <a:ext cx="438150" cy="180975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marketing/INTERVIEW_SCRIPT.m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0" y="2284586"/>
            <a:ext cx="833437" cy="180975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7387" y="4760119"/>
            <a:ext cx="333375" cy="128588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3150" y="4760119"/>
            <a:ext cx="404813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/blob/main/marketing/INTERVIEW_TRACKER.md#interview-schedule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4163" y="4760119"/>
            <a:ext cx="900113" cy="128588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marketing/INTERVIEW_TRACKER.md#outreach-log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10475" y="4760119"/>
            <a:ext cx="609600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298156"/>
            <a:ext cx="1076325" cy="1714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450" y="4760119"/>
            <a:ext cx="333375" cy="12858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213" y="4760119"/>
            <a:ext cx="404813" cy="128588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marketing/crm/README.md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3225" y="4760119"/>
            <a:ext cx="509587" cy="128588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blob/main/marketing/crm/NBC_CRM.gs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9012" y="4760119"/>
            <a:ext cx="566738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/blob/main/marketing/crm/tests/acceptance.test.js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81950" y="4760119"/>
            <a:ext cx="23812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marketing/crm/README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864546"/>
            <a:ext cx="633412" cy="1714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crm/NBC_CRM.gs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75" y="3864546"/>
            <a:ext cx="919162" cy="1714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marketing/crm/tests/acceptance.test.js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5550" y="3864546"/>
            <a:ext cx="1833562" cy="17145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9125" y="3864546"/>
            <a:ext cx="500063" cy="17145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6450" y="4760119"/>
            <a:ext cx="333375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2213" y="4760119"/>
            <a:ext cx="404813" cy="128588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marketing/crm/README.md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53225" y="4760119"/>
            <a:ext cx="509587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crm/NBC_CRM.gs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39012" y="4760119"/>
            <a:ext cx="566738" cy="128588"/>
          </a:xfrm>
          <a:prstGeom prst="rect">
            <a:avLst/>
          </a:prstGeom>
        </p:spPr>
      </p:pic>
      <p:pic>
        <p:nvPicPr>
          <p:cNvPr id="11" name="Image 9" descr="preencoded.png">
            <a:hlinkClick r:id="rId19" tooltip="https://github.com/samquansah-algo/nbc-vct/blob/main/marketing/crm/tests/acceptance.test.js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81950" y="4760119"/>
            <a:ext cx="23812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worldbank.org/en/topic/education/brief/learning-poverty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2604492"/>
            <a:ext cx="676275" cy="1714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arxiv.org/abs/2402.0980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777803"/>
            <a:ext cx="504825" cy="1714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hanacodeclub.org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8975" y="2257871"/>
            <a:ext cx="1014413" cy="17145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foundation.ghanarobotics.org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7950" y="2431182"/>
            <a:ext cx="304800" cy="17145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www.library.gov.gh/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9425" y="2431182"/>
            <a:ext cx="652463" cy="171450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microbit.org/champions/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95837" y="2777803"/>
            <a:ext cx="3343275" cy="344760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62538" y="4760119"/>
            <a:ext cx="333375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48300" y="4760119"/>
            <a:ext cx="404813" cy="128588"/>
          </a:xfrm>
          <a:prstGeom prst="rect">
            <a:avLst/>
          </a:prstGeom>
        </p:spPr>
      </p:pic>
      <p:pic>
        <p:nvPicPr>
          <p:cNvPr id="11" name="Image 9" descr="preencoded.png">
            <a:hlinkClick r:id="rId19" tooltip="https://github.com/samquansah-algo/nbc-vct/blob/main/marketing/INTERVIEW_TRACKER.md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29313" y="4760119"/>
            <a:ext cx="762000" cy="128588"/>
          </a:xfrm>
          <a:prstGeom prst="rect">
            <a:avLst/>
          </a:prstGeom>
        </p:spPr>
      </p:pic>
      <p:pic>
        <p:nvPicPr>
          <p:cNvPr id="12" name="Image 10" descr="preencoded.png">
            <a:hlinkClick r:id="rId21" tooltip="https://github.com/samquansah-algo/nbc-vct/blob/main/forecasting/BENCHMARKS.md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67512" y="4760119"/>
            <a:ext cx="590550" cy="128588"/>
          </a:xfrm>
          <a:prstGeom prst="rect">
            <a:avLst/>
          </a:prstGeom>
        </p:spPr>
      </p:pic>
      <p:pic>
        <p:nvPicPr>
          <p:cNvPr id="13" name="Image 11" descr="preencoded.png">
            <a:hlinkClick r:id="rId23" tooltip="https://github.com/samquansah-algo/nbc-vct/blob/main/research/simulated/synthesis_memo.md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34262" y="4760119"/>
            <a:ext cx="785813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0" y="2817763"/>
            <a:ext cx="285750" cy="1809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538" y="4760119"/>
            <a:ext cx="333375" cy="12858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300" y="4760119"/>
            <a:ext cx="404813" cy="128588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marketing/INTERVIEW_TRACKER.md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9313" y="4760119"/>
            <a:ext cx="762000" cy="128588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blob/main/forecasting/BENCHMARKS.md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7512" y="4760119"/>
            <a:ext cx="590550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/blob/main/research/simulated/synthesis_memo.md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4262" y="4760119"/>
            <a:ext cx="785813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foundation.ghanarobotics.org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31" y="2187401"/>
            <a:ext cx="347663" cy="18573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225" y="4760119"/>
            <a:ext cx="333375" cy="12858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8987" y="4760119"/>
            <a:ext cx="404813" cy="128588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marketing/INTERVIEW_TRACKER.md#insights-grid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0" y="4760119"/>
            <a:ext cx="6000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hanacodeclub.org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849" y="2187401"/>
            <a:ext cx="795338" cy="365224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hanacodeclub.org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849" y="2708300"/>
            <a:ext cx="795338" cy="365224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www.library.gov.gh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849" y="3229198"/>
            <a:ext cx="909638" cy="365224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3225" y="4760119"/>
            <a:ext cx="333375" cy="128588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8987" y="4760119"/>
            <a:ext cx="404813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/blob/main/marketing/INTERVIEW_TRACKER.md#insights-grid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0" y="4760119"/>
            <a:ext cx="6000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facebook.com/groups/librarymaker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206" y="2187401"/>
            <a:ext cx="881063" cy="365224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www.reddit.com/r/homeschool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206" y="2708300"/>
            <a:ext cx="909638" cy="18573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www.isls.org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7206" y="3049712"/>
            <a:ext cx="271463" cy="185738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3225" y="4760119"/>
            <a:ext cx="333375" cy="128588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8987" y="4760119"/>
            <a:ext cx="404813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/blob/main/marketing/INTERVIEW_TRACKER.md#insights-grid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0" y="4760119"/>
            <a:ext cx="6000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225" y="4760119"/>
            <a:ext cx="333375" cy="12858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987" y="4760119"/>
            <a:ext cx="404813" cy="12858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marketing/INTERVIEW_TRACKER.md#insights-gri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4760119"/>
            <a:ext cx="60007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4760119"/>
            <a:ext cx="333375" cy="12858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strategy/NBC_Tactical_Playbook_v5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138" y="4760119"/>
            <a:ext cx="571500" cy="12858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tactics-milestones/24_STEPS_TRACKER.m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2837" y="4760119"/>
            <a:ext cx="757238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4760119"/>
            <a:ext cx="333375" cy="12858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strategy/NBC_Tactical_Playbook_v5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138" y="4760119"/>
            <a:ext cx="571500" cy="12858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tactics-milestones/24_STEPS_TRACKER.m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2837" y="4760119"/>
            <a:ext cx="757238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975" y="4760119"/>
            <a:ext cx="333375" cy="12858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thesis/NBC_Thesis_and_Strategy_v5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737" y="4760119"/>
            <a:ext cx="414338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forecasting/ECONOMIC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431331"/>
            <a:ext cx="1485900" cy="1809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uis.unesco.org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804592"/>
            <a:ext cx="900113" cy="180975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forecasting/ECONOMICS.m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6150" y="2617961"/>
            <a:ext cx="314325" cy="180975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forecasting/ECONOMICS.md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7738" y="3362697"/>
            <a:ext cx="1252537" cy="142875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blob/main/forecasting/BENCHMARKS.md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3362697"/>
            <a:ext cx="619125" cy="142875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5575" y="4760119"/>
            <a:ext cx="333375" cy="128588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forecasting/ECONOMICS.md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91338" y="4760119"/>
            <a:ext cx="509587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forecasting/projections_scenarios.csv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77125" y="4760119"/>
            <a:ext cx="742950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562" y="2593107"/>
            <a:ext cx="962025" cy="12382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713" y="4760119"/>
            <a:ext cx="333375" cy="12858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brand/BRAND.m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475" y="4760119"/>
            <a:ext cx="714375" cy="128588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9050" y="4760119"/>
            <a:ext cx="58102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4760119"/>
            <a:ext cx="333375" cy="12858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tactics-milestones/DEADLINES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488" y="4760119"/>
            <a:ext cx="461962" cy="12858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tactics-milestones/WEEKLY_DECISION_RECORD.m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6650" y="4760119"/>
            <a:ext cx="73342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4760119"/>
            <a:ext cx="333375" cy="12858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tactics-milestones/DEADLINES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488" y="4760119"/>
            <a:ext cx="461962" cy="128588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tactics-milestones/WEEKLY_DECISION_RECORD.m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6650" y="4760119"/>
            <a:ext cx="733425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90" y="1301800"/>
            <a:ext cx="1905000" cy="157163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docs.google.com/spreadsheets/d/11LfHholpkKC0vhpQ7z_DvRme57lPln2jZR7Nm4EMrjg/edi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90" y="1461790"/>
            <a:ext cx="1647825" cy="157163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marketing/crm/README.m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90" y="1621780"/>
            <a:ext cx="1490663" cy="157163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marketing/INTERVIEW_SCRIPT.md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390" y="1781770"/>
            <a:ext cx="1109662" cy="157163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blob/main/marketing/watering_holes_v5.md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390" y="1941761"/>
            <a:ext cx="1795462" cy="157163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/blob/main/marketing/OUTREACH_MESSAGES.md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390" y="2101751"/>
            <a:ext cx="1619250" cy="157163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marketing/INTERVIEW_TRACKER.md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3390" y="2261741"/>
            <a:ext cx="1862137" cy="157163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MARKETING_STRATEGY.md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04395" y="1301800"/>
            <a:ext cx="1033462" cy="157163"/>
          </a:xfrm>
          <a:prstGeom prst="rect">
            <a:avLst/>
          </a:prstGeom>
        </p:spPr>
      </p:pic>
      <p:pic>
        <p:nvPicPr>
          <p:cNvPr id="11" name="Image 9" descr="preencoded.png">
            <a:hlinkClick r:id="rId19" tooltip="https://github.com/samquansah-algo/nbc-vct/blob/main/thesis/NBC_Thesis_and_Strategy_v5.md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04395" y="1461790"/>
            <a:ext cx="495300" cy="157163"/>
          </a:xfrm>
          <a:prstGeom prst="rect">
            <a:avLst/>
          </a:prstGeom>
        </p:spPr>
      </p:pic>
      <p:pic>
        <p:nvPicPr>
          <p:cNvPr id="12" name="Image 10" descr="preencoded.png">
            <a:hlinkClick r:id="rId21" tooltip="https://github.com/samquansah-algo/nbc-vct/blob/main/forecasting/ECONOMICS.md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04395" y="1621780"/>
            <a:ext cx="1919287" cy="157163"/>
          </a:xfrm>
          <a:prstGeom prst="rect">
            <a:avLst/>
          </a:prstGeom>
        </p:spPr>
      </p:pic>
      <p:pic>
        <p:nvPicPr>
          <p:cNvPr id="13" name="Image 11" descr="preencoded.png">
            <a:hlinkClick r:id="rId23" tooltip="https://github.com/samquansah-algo/nbc-vct/blob/main/forecasting/BENCHMARKS.md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04395" y="1781770"/>
            <a:ext cx="676275" cy="157163"/>
          </a:xfrm>
          <a:prstGeom prst="rect">
            <a:avLst/>
          </a:prstGeom>
        </p:spPr>
      </p:pic>
      <p:pic>
        <p:nvPicPr>
          <p:cNvPr id="14" name="Image 12" descr="preencoded.png">
            <a:hlinkClick r:id="rId25" tooltip="https://github.com/samquansah-algo/nbc-vct/blob/main/tactics-milestones/DEADLINES.md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04395" y="1941761"/>
            <a:ext cx="538163" cy="157163"/>
          </a:xfrm>
          <a:prstGeom prst="rect">
            <a:avLst/>
          </a:prstGeom>
        </p:spPr>
      </p:pic>
      <p:pic>
        <p:nvPicPr>
          <p:cNvPr id="15" name="Image 13" descr="preencoded.png">
            <a:hlinkClick r:id="rId27" tooltip="https://github.com/samquansah-algo/nbc-vct/blob/main/tactics-milestones/WEEKLY_DECISION_RECORD.md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804395" y="2101751"/>
            <a:ext cx="1257300" cy="157163"/>
          </a:xfrm>
          <a:prstGeom prst="rect">
            <a:avLst/>
          </a:prstGeom>
        </p:spPr>
      </p:pic>
      <p:pic>
        <p:nvPicPr>
          <p:cNvPr id="16" name="Image 14" descr="preencoded.png">
            <a:hlinkClick r:id="rId29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04395" y="2261741"/>
            <a:ext cx="976312" cy="157163"/>
          </a:xfrm>
          <a:prstGeom prst="rect">
            <a:avLst/>
          </a:prstGeom>
        </p:spPr>
      </p:pic>
      <p:pic>
        <p:nvPicPr>
          <p:cNvPr id="17" name="Image 15" descr="preencoded.png">
            <a:hlinkClick r:id="rId31" tooltip="https://github.com/samquansah-algo/nbc-vct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28788" y="2564606"/>
            <a:ext cx="1362075" cy="133350"/>
          </a:xfrm>
          <a:prstGeom prst="rect">
            <a:avLst/>
          </a:prstGeom>
        </p:spPr>
      </p:pic>
      <p:pic>
        <p:nvPicPr>
          <p:cNvPr id="18" name="Image 16" descr="preencoded.png">
            <a:hlinkClick r:id="rId33" tooltip="https://github.com/samquansah-algo/nbc-vct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334250" y="4760119"/>
            <a:ext cx="333375" cy="128588"/>
          </a:xfrm>
          <a:prstGeom prst="rect">
            <a:avLst/>
          </a:prstGeom>
        </p:spPr>
      </p:pic>
      <p:pic>
        <p:nvPicPr>
          <p:cNvPr id="19" name="Image 17" descr="preencoded.png">
            <a:hlinkClick r:id="rId35" tooltip="https://github.com/samquansah-algo/nbc-vct"/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720012" y="4760119"/>
            <a:ext cx="500063" cy="1285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NBC Market Research Tactical Playbook</dc:title>
  <dc:subject>PptxGenJS Presentation</dc:subject>
  <dc:creator>Team NBC (Algo Peers)</dc:creator>
  <cp:lastModifiedBy>Team NBC (Algo Peers)</cp:lastModifiedBy>
  <cp:revision>1</cp:revision>
  <dcterms:created xsi:type="dcterms:W3CDTF">2026-09-29T01:47:31Z</dcterms:created>
  <dcterms:modified xsi:type="dcterms:W3CDTF">2026-09-29T01:47:31Z</dcterms:modified>
</cp:coreProperties>
</file>