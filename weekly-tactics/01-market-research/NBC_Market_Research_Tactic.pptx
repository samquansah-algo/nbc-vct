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tree/main/weekly-tactics/01-market-research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#hypotheses" TargetMode="External"/><Relationship Id="rId5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set.education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image" Target="../media/image-9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image" Target="../media/image-12-4.png"/><Relationship Id="rId8" Type="http://schemas.openxmlformats.org/officeDocument/2006/relationships/image" Target="../media/image-12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image" Target="../media/image-13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www.scratchfoundation.org/scratch-meetups-learn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outreach-log" TargetMode="External"/><Relationship Id="rId5" Type="http://schemas.openxmlformats.org/officeDocument/2006/relationships/hyperlink" Target="https://github.com/samquansah-algo/nbc-vct/blob/main/marketing/OUTREACH_MESSAGES.md#v1-first-messages" TargetMode="External"/><Relationship Id="rId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www.scratchfoundation.org/scratch-meetups-learn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github.com/samquansah-algo/nbc-vct/blob/main/marketing/OUTREACH_MESSAGES.md#v2-refined-messages" TargetMode="External"/><Relationship Id="rId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OUTREACH_MESSAGES.md#v2-refined-messages" TargetMode="External"/><Relationship Id="rId5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terview-schedule" TargetMode="External"/><Relationship Id="rId5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terview-schedule" TargetMode="External"/><Relationship Id="rId5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marketing/INTERVIEW_TRACKER.md#interview-schedule" TargetMode="External"/><Relationship Id="rId9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image" Target="../media/image-25-4.png"/><Relationship Id="rId8" Type="http://schemas.openxmlformats.org/officeDocument/2006/relationships/image" Target="../media/image-25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microbit.org/champions/" TargetMode="External"/><Relationship Id="rId15" Type="http://schemas.openxmlformats.org/officeDocument/2006/relationships/hyperlink" Target="https://github.com/samquansah-algo/nbc-vct/blob/main/marketing/INTERVIEW_TRACKER.md" TargetMode="External"/><Relationship Id="rId17" Type="http://schemas.openxmlformats.org/officeDocument/2006/relationships/hyperlink" Target="https://github.com/samquansah-algo/nbc-vct/blob/main/forecasting/BENCHMARKS.md" TargetMode="External"/><Relationship Id="rId19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image" Target="../media/image-26-4.png"/><Relationship Id="rId8" Type="http://schemas.openxmlformats.org/officeDocument/2006/relationships/image" Target="../media/image-26-5.png"/><Relationship Id="rId10" Type="http://schemas.openxmlformats.org/officeDocument/2006/relationships/image" Target="../media/image-26-6.png"/><Relationship Id="rId12" Type="http://schemas.openxmlformats.org/officeDocument/2006/relationships/image" Target="../media/image-26-7.png"/><Relationship Id="rId14" Type="http://schemas.openxmlformats.org/officeDocument/2006/relationships/image" Target="../media/image-26-8.png"/><Relationship Id="rId16" Type="http://schemas.openxmlformats.org/officeDocument/2006/relationships/image" Target="../media/image-26-9.png"/><Relationship Id="rId18" Type="http://schemas.openxmlformats.org/officeDocument/2006/relationships/image" Target="../media/image-26-10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" TargetMode="External"/><Relationship Id="rId5" Type="http://schemas.openxmlformats.org/officeDocument/2006/relationships/hyperlink" Target="https://github.com/samquansah-algo/nbc-vct/blob/main/marketing/INTERVIEW_TRACKER.md" TargetMode="External"/><Relationship Id="rId7" Type="http://schemas.openxmlformats.org/officeDocument/2006/relationships/hyperlink" Target="https://github.com/samquansah-algo/nbc-vct/blob/main/forecasting/BENCHMARKS.md" TargetMode="External"/><Relationship Id="rId9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image" Target="../media/image-27-4.png"/><Relationship Id="rId8" Type="http://schemas.openxmlformats.org/officeDocument/2006/relationships/image" Target="../media/image-2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strategy/NBC_Tactical_Playbook_v5.md" TargetMode="External"/><Relationship Id="rId5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strategy/NBC_Tactical_Playbook_v5.md" TargetMode="External"/><Relationship Id="rId5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github.com/samquansah-algo/nbc-vct/blob/main/forecasting/BENCHMARKS.md" TargetMode="External"/><Relationship Id="rId7" Type="http://schemas.openxmlformats.org/officeDocument/2006/relationships/hyperlink" Target="https://github.com/samquansah-algo/nbc-vct/blob/main/forecasting/ECONOMICS.md" TargetMode="External"/><Relationship Id="rId9" Type="http://schemas.openxmlformats.org/officeDocument/2006/relationships/hyperlink" Target="https://github.com/samquansah-algo/nbc-vct/blob/main/forecasting/projections_scenarios.csv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image" Target="../media/image-35-4.png"/><Relationship Id="rId8" Type="http://schemas.openxmlformats.org/officeDocument/2006/relationships/image" Target="../media/image-35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blob/main/brand/BRAND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image" Target="../media/image-3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7" Type="http://schemas.openxmlformats.org/officeDocument/2006/relationships/hyperlink" Target="https://github.com/samquansah-algo/nbc-vct/blob/main/marketing/watering_holes_v5.md" TargetMode="External"/><Relationship Id="rId9" Type="http://schemas.openxmlformats.org/officeDocument/2006/relationships/hyperlink" Target="https://github.com/samquansah-algo/nbc-vct/blob/main/marketing/OUTREACH_MESSAGES.md" TargetMode="External"/><Relationship Id="rId11" Type="http://schemas.openxmlformats.org/officeDocument/2006/relationships/hyperlink" Target="https://github.com/samquansah-algo/nbc-vct/blob/main/marketing/INTERVIEW_TRACKER.md" TargetMode="External"/><Relationship Id="rId13" Type="http://schemas.openxmlformats.org/officeDocument/2006/relationships/hyperlink" Target="https://github.com/samquansah-algo/nbc-vct/blob/main/marketing/MARKETING_STRATEGY.md" TargetMode="External"/><Relationship Id="rId15" Type="http://schemas.openxmlformats.org/officeDocument/2006/relationships/hyperlink" Target="https://github.com/samquansah-algo/nbc-vct/blob/main/thesis/NBC_Thesis_and_Strategy_v5.md" TargetMode="External"/><Relationship Id="rId17" Type="http://schemas.openxmlformats.org/officeDocument/2006/relationships/hyperlink" Target="https://github.com/samquansah-algo/nbc-vct/blob/main/forecasting/ECONOMICS.md" TargetMode="External"/><Relationship Id="rId19" Type="http://schemas.openxmlformats.org/officeDocument/2006/relationships/hyperlink" Target="https://github.com/samquansah-algo/nbc-vct/blob/main/forecasting/BENCHMARKS.md" TargetMode="External"/><Relationship Id="rId21" Type="http://schemas.openxmlformats.org/officeDocument/2006/relationships/hyperlink" Target="https://github.com/samquansah-algo/nbc-vct/blob/main/tactics-milestones/DEADLINES.md" TargetMode="External"/><Relationship Id="rId23" Type="http://schemas.openxmlformats.org/officeDocument/2006/relationships/hyperlink" Target="https://github.com/samquansah-algo/nbc-vct/blob/main/tactics-milestones/WEEKLY_DECISION_RECORD.md" TargetMode="External"/><Relationship Id="rId25" Type="http://schemas.openxmlformats.org/officeDocument/2006/relationships/hyperlink" Target="https://github.com/samquansah-algo/nbc-vct/blob/main/brand/NBC_Brand_Guide.pdf" TargetMode="External"/><Relationship Id="rId27" Type="http://schemas.openxmlformats.org/officeDocument/2006/relationships/hyperlink" Target="https://github.com/samquansah-algo/nbc-vct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image" Target="../media/image-39-5.png"/><Relationship Id="rId10" Type="http://schemas.openxmlformats.org/officeDocument/2006/relationships/image" Target="../media/image-39-6.png"/><Relationship Id="rId12" Type="http://schemas.openxmlformats.org/officeDocument/2006/relationships/image" Target="../media/image-39-7.png"/><Relationship Id="rId14" Type="http://schemas.openxmlformats.org/officeDocument/2006/relationships/image" Target="../media/image-39-8.png"/><Relationship Id="rId16" Type="http://schemas.openxmlformats.org/officeDocument/2006/relationships/image" Target="../media/image-39-9.png"/><Relationship Id="rId18" Type="http://schemas.openxmlformats.org/officeDocument/2006/relationships/image" Target="../media/image-39-10.png"/><Relationship Id="rId20" Type="http://schemas.openxmlformats.org/officeDocument/2006/relationships/image" Target="../media/image-39-11.png"/><Relationship Id="rId22" Type="http://schemas.openxmlformats.org/officeDocument/2006/relationships/image" Target="../media/image-39-12.png"/><Relationship Id="rId24" Type="http://schemas.openxmlformats.org/officeDocument/2006/relationships/image" Target="../media/image-39-13.png"/><Relationship Id="rId26" Type="http://schemas.openxmlformats.org/officeDocument/2006/relationships/image" Target="../media/image-39-14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458840"/>
            <a:ext cx="2062162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1-market-research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638" y="3458840"/>
            <a:ext cx="842963" cy="1571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650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#hypothese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75" y="4760119"/>
            <a:ext cx="1052512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0487" y="4760119"/>
            <a:ext cx="5715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142729"/>
            <a:ext cx="223517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375" y="295803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7225" y="2762771"/>
            <a:ext cx="2235175" cy="1428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set.educa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496866"/>
            <a:ext cx="223517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375" y="330160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958033"/>
            <a:ext cx="223517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375" y="2982739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7225" y="3202707"/>
            <a:ext cx="2235175" cy="1428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3301603"/>
            <a:ext cx="223517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4375" y="3276898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050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scratchfoundation.org/scratch-meetups-lear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163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2084710"/>
            <a:ext cx="76200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scratchfoundation.org/scratch-meetups-lear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837" y="2097956"/>
            <a:ext cx="102870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737" y="2097956"/>
            <a:ext cx="833437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2604492"/>
            <a:ext cx="67627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777803"/>
            <a:ext cx="504825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8975" y="2257871"/>
            <a:ext cx="1014413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950" y="2431182"/>
            <a:ext cx="304800" cy="1714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425" y="2431182"/>
            <a:ext cx="652463" cy="1714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microbit.org/champions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95837" y="2777803"/>
            <a:ext cx="3343275" cy="34476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837" y="2817763"/>
            <a:ext cx="1247775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737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738" y="3362697"/>
            <a:ext cx="1252537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62697"/>
            <a:ext cx="61912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1338" y="4760119"/>
            <a:ext cx="509587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forecasting/projections_scenarios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7125" y="4760119"/>
            <a:ext cx="74295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2" y="2593107"/>
            <a:ext cx="962025" cy="1238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75" y="4760119"/>
            <a:ext cx="714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9050" y="4760119"/>
            <a:ext cx="581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90" y="1301800"/>
            <a:ext cx="19050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90" y="1461790"/>
            <a:ext cx="1109662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90" y="1621780"/>
            <a:ext cx="1795462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390" y="1781770"/>
            <a:ext cx="16192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90" y="1941761"/>
            <a:ext cx="1862137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390" y="2101751"/>
            <a:ext cx="1033462" cy="157163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04395" y="1301800"/>
            <a:ext cx="495300" cy="157163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04395" y="1461790"/>
            <a:ext cx="1919287" cy="157163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04395" y="1621780"/>
            <a:ext cx="676275" cy="157163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04395" y="1781770"/>
            <a:ext cx="538163" cy="157163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04395" y="1941761"/>
            <a:ext cx="1257300" cy="157163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04395" y="2101751"/>
            <a:ext cx="976312" cy="157163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github.com/samquansah-algo/nbc-vct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720012" y="4760119"/>
            <a:ext cx="500063" cy="128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2026-09-28T04:23:16Z</dcterms:created>
  <dcterms:modified xsi:type="dcterms:W3CDTF">2026-09-28T04:23:16Z</dcterms:modified>
</cp:coreProperties>
</file>