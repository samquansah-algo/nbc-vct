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/blob/main/brand/BRAND.md" TargetMode="External"/><Relationship Id="rId7" Type="http://schemas.openxmlformats.org/officeDocument/2006/relationships/hyperlink" Target="https://github.com/samquansah-algo/nbc-vct/tree/main/weekly-tactics/02-assets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BRAND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BRAND.md#message-levels" TargetMode="External"/><Relationship Id="rId5" Type="http://schemas.openxmlformats.org/officeDocument/2006/relationships/hyperlink" Target="https://github.com/samquansah-algo/nbc-vct/blob/main/marketing/INTERVIEW_SCRIPT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logo-concept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logo-concept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logo/" TargetMode="External"/><Relationship Id="rId5" Type="http://schemas.openxmlformats.org/officeDocument/2006/relationships/hyperlink" Target="https://github.com/samquansah-algo/nbc-vct/blob/main/brand/BRAND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2-assets/assets/value-graphic-v1.png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2-assets/assets/value-graphic-v2.png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tnt/blob/main/site/index.html" TargetMode="External"/><Relationship Id="rId7" Type="http://schemas.openxmlformats.org/officeDocument/2006/relationships/hyperlink" Target="https://github.com/samquansah-algo/nbc-vct/tree/main/weekly-tactics/02-assets/website-v2/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image" Target="../media/image-1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mquansah-ceo/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github.com/samquansah-algo/nbc-tnt" TargetMode="External"/><Relationship Id="rId9" Type="http://schemas.openxmlformats.org/officeDocument/2006/relationships/hyperlink" Target="https://github.com/samquansah-algo/nbc-vct/tree/main/weekly-tactics/02-assets/assets/social/" TargetMode="External"/><Relationship Id="rId11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image" Target="../media/image-14-5.png"/><Relationship Id="rId10" Type="http://schemas.openxmlformats.org/officeDocument/2006/relationships/image" Target="../media/image-14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email-signature/email_signature.html" TargetMode="External"/><Relationship Id="rId5" Type="http://schemas.openxmlformats.org/officeDocument/2006/relationships/hyperlink" Target="https://github.com/samquansah-algo/nbc-vct/blob/main/brand/email-signature/README.md" TargetMode="External"/><Relationship Id="rId7" Type="http://schemas.openxmlformats.org/officeDocument/2006/relationships/hyperlink" Target="https://github.com/samquansah-algo/nbc-vct/tree/main/brand/email-signature/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image" Target="../media/image-15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/blob/main/brand/BRAND.md" TargetMode="External"/><Relationship Id="rId7" Type="http://schemas.openxmlformats.org/officeDocument/2006/relationships/hyperlink" Target="https://github.com/samquansah-algo/nbc-vct/blob/main/tactics-milestones/DEADLINES.md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6" Type="http://schemas.openxmlformats.org/officeDocument/2006/relationships/image" Target="../media/image-1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1-market-research/NBC_Market_Research_Tactic.pdf" TargetMode="External"/><Relationship Id="rId5" Type="http://schemas.openxmlformats.org/officeDocument/2006/relationships/hyperlink" Target="https://github.com/samquansah-algo/nbc-vct/blob/main/marketing/INTERVIEW_TRACKER.md" TargetMode="External"/><Relationship Id="rId7" Type="http://schemas.openxmlformats.org/officeDocument/2006/relationships/hyperlink" Target="https://github.com/samquansah-algo/nbc-vct/blob/main/marketing/INTERVIEW_TRACKER.md" TargetMode="External"/><Relationship Id="rId9" Type="http://schemas.openxmlformats.org/officeDocument/2006/relationships/hyperlink" Target="https://github.com/samquansah-algo/nbc-vct/blob/main/tactics-milestones/DEADLINES.md" TargetMode="External"/><Relationship Id="rId11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4" Type="http://schemas.openxmlformats.org/officeDocument/2006/relationships/image" Target="../media/image-17-3.png"/><Relationship Id="rId6" Type="http://schemas.openxmlformats.org/officeDocument/2006/relationships/image" Target="../media/image-17-4.png"/><Relationship Id="rId8" Type="http://schemas.openxmlformats.org/officeDocument/2006/relationships/image" Target="../media/image-17-5.png"/><Relationship Id="rId10" Type="http://schemas.openxmlformats.org/officeDocument/2006/relationships/image" Target="../media/image-17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CLAUD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tnt" TargetMode="External"/><Relationship Id="rId7" Type="http://schemas.openxmlformats.org/officeDocument/2006/relationships/hyperlink" Target="https://github.com/samquansah-algo/nbc-vct/tree/main/brand/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image" Target="../media/image-19-4.png"/><Relationship Id="rId8" Type="http://schemas.openxmlformats.org/officeDocument/2006/relationships/image" Target="../media/image-19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tactics-milestones/WEEKLY_DECISION_RECORD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image" Target="../media/image-2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14750"/>
            <a:ext cx="1185863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187" y="3714750"/>
            <a:ext cx="800100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weekly-tactics/02-asset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7013" y="3714750"/>
            <a:ext cx="1071563" cy="157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357188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638" y="4295775"/>
            <a:ext cx="595313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388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BRAND.md#message-levels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14363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13" y="4295775"/>
            <a:ext cx="623888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3138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logo-concept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37147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logo-concept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37147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log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37147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4295775"/>
            <a:ext cx="595313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67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2-assets/assets/value-graphic-v1.png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5722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7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2-assets/assets/value-graphic-v2.png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5722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7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04837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287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04837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287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496988"/>
            <a:ext cx="1133475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4295775"/>
            <a:ext cx="461962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412" y="4295775"/>
            <a:ext cx="604837" cy="11430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1688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461962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412" y="4295775"/>
            <a:ext cx="604837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688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461962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412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linkedin.com/in/samquansah-ce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08" y="1576388"/>
            <a:ext cx="2014538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908" y="1797025"/>
            <a:ext cx="2319337" cy="176212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tn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408" y="1979563"/>
            <a:ext cx="442913" cy="176212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tree/main/weekly-tactics/02-assets/assets/social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12" y="4295775"/>
            <a:ext cx="361950" cy="11430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email-signature/email_signature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3390677"/>
            <a:ext cx="828675" cy="1524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email-signature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390677"/>
            <a:ext cx="604837" cy="1524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brand/email-signature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12" y="4295775"/>
            <a:ext cx="576262" cy="11430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712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3500438"/>
            <a:ext cx="8143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3500438"/>
            <a:ext cx="5619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488" y="3500438"/>
            <a:ext cx="366712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1-market-research/NBC_Market_Research_Tactic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55" y="1595437"/>
            <a:ext cx="1562100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30" y="1816075"/>
            <a:ext cx="1004887" cy="176212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12" y="4295775"/>
            <a:ext cx="681038" cy="11430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4488" y="4295775"/>
            <a:ext cx="390525" cy="11430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6450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CLAUD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63817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55" y="2432000"/>
            <a:ext cx="966787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tn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4295775"/>
            <a:ext cx="766763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brand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213" y="4295775"/>
            <a:ext cx="500063" cy="11430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1713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295775"/>
            <a:ext cx="390525" cy="11430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4295775"/>
            <a:ext cx="623888" cy="11430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4295775"/>
            <a:ext cx="871538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Assets Tactical Playbook</dc:title>
  <dc:subject>PptxGenJS Presentation</dc:subject>
  <dc:creator>Team NBC (Algo Peers)</dc:creator>
  <cp:lastModifiedBy>Team NBC (Algo Peers)</cp:lastModifiedBy>
  <cp:revision>1</cp:revision>
  <dcterms:created xsi:type="dcterms:W3CDTF">2026-10-05T02:29:07Z</dcterms:created>
  <dcterms:modified xsi:type="dcterms:W3CDTF">2026-10-05T02:29:07Z</dcterms:modified>
</cp:coreProperties>
</file>