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5" Type="http://schemas.openxmlformats.org/officeDocument/2006/relationships/hyperlink" Target="https://github.com/samquansah-algo/nbc-vct/blob/main/brand/BRAND.md" TargetMode="External"/><Relationship Id="rId7" Type="http://schemas.openxmlformats.org/officeDocument/2006/relationships/hyperlink" Target="https://github.com/samquansah-algo/nbc-vct/tree/main/weekly-tactics/02-assets/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image" Target="../media/image-1-3.png"/><Relationship Id="rId6" Type="http://schemas.openxmlformats.org/officeDocument/2006/relationships/image" Target="../media/image-1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hesis/NBC_Thesis_and_Strategy_v5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BRAND.md#message-levels" TargetMode="External"/><Relationship Id="rId5" Type="http://schemas.openxmlformats.org/officeDocument/2006/relationships/hyperlink" Target="https://github.com/samquansah-algo/nbc-vct/blob/main/marketing/INTERVIEW_SCRIPT.md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image" Target="../media/image-3-3.png"/><Relationship Id="rId6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logo-concepts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image" Target="../media/image-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logo-concepts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logo-concepts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image" Target="../media/image-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brand/logo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brand/logo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image" Target="../media/image-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brand/logo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image" Target="../media/image-1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brand/tokens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BRAND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image" Target="../media/image-1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BRAND.md#message-levels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4" Type="http://schemas.openxmlformats.org/officeDocument/2006/relationships/image" Target="../media/image-1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2-assets/assets/value-graphic-v1.png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4" Type="http://schemas.openxmlformats.org/officeDocument/2006/relationships/image" Target="../media/image-1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2-assets/assets/value-graphic-v2.png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4" Type="http://schemas.openxmlformats.org/officeDocument/2006/relationships/image" Target="../media/image-1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1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4" Type="http://schemas.openxmlformats.org/officeDocument/2006/relationships/image" Target="../media/image-1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1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4" Type="http://schemas.openxmlformats.org/officeDocument/2006/relationships/image" Target="../media/image-1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1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4" Type="http://schemas.openxmlformats.org/officeDocument/2006/relationships/image" Target="../media/image-2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1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4" Type="http://schemas.openxmlformats.org/officeDocument/2006/relationships/image" Target="../media/image-2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1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4" Type="http://schemas.openxmlformats.org/officeDocument/2006/relationships/image" Target="../media/image-2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1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4" Type="http://schemas.openxmlformats.org/officeDocument/2006/relationships/image" Target="../media/image-2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1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4" Type="http://schemas.openxmlformats.org/officeDocument/2006/relationships/image" Target="../media/image-2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1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1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4" Type="http://schemas.openxmlformats.org/officeDocument/2006/relationships/image" Target="../media/image-2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1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4" Type="http://schemas.openxmlformats.org/officeDocument/2006/relationships/image" Target="../media/image-2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tnt/blob/main/site/index.html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4" Type="http://schemas.openxmlformats.org/officeDocument/2006/relationships/image" Target="../media/image-28-3.png"/><Relationship Id="rId6" Type="http://schemas.openxmlformats.org/officeDocument/2006/relationships/image" Target="../media/image-28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vct/tree/main/weekly-tactics/02-assets/website-v2/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4" Type="http://schemas.openxmlformats.org/officeDocument/2006/relationships/image" Target="../media/image-29-3.png"/><Relationship Id="rId6" Type="http://schemas.openxmlformats.org/officeDocument/2006/relationships/image" Target="../media/image-29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vct/tree/main/weekly-tactics/02-assets/website-v2/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4" Type="http://schemas.openxmlformats.org/officeDocument/2006/relationships/image" Target="../media/image-30-3.png"/><Relationship Id="rId6" Type="http://schemas.openxmlformats.org/officeDocument/2006/relationships/image" Target="../media/image-30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vct/tree/main/weekly-tactics/02-assets/website-v2/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4" Type="http://schemas.openxmlformats.org/officeDocument/2006/relationships/image" Target="../media/image-31-3.png"/><Relationship Id="rId6" Type="http://schemas.openxmlformats.org/officeDocument/2006/relationships/image" Target="../media/image-31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vct/tree/main/weekly-tactics/02-assets/website-v2/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4" Type="http://schemas.openxmlformats.org/officeDocument/2006/relationships/image" Target="../media/image-32-3.png"/><Relationship Id="rId6" Type="http://schemas.openxmlformats.org/officeDocument/2006/relationships/image" Target="../media/image-32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vct/tree/main/weekly-tactics/02-assets/website-v2/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4" Type="http://schemas.openxmlformats.org/officeDocument/2006/relationships/image" Target="../media/image-33-3.png"/><Relationship Id="rId6" Type="http://schemas.openxmlformats.org/officeDocument/2006/relationships/image" Target="../media/image-3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vct/tree/main/weekly-tactics/02-assets/website-v2/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4" Type="http://schemas.openxmlformats.org/officeDocument/2006/relationships/image" Target="../media/image-34-3.png"/><Relationship Id="rId6" Type="http://schemas.openxmlformats.org/officeDocument/2006/relationships/image" Target="../media/image-34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vct/tree/main/weekly-tactics/02-assets/website-v2/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4" Type="http://schemas.openxmlformats.org/officeDocument/2006/relationships/image" Target="../media/image-35-3.png"/><Relationship Id="rId6" Type="http://schemas.openxmlformats.org/officeDocument/2006/relationships/image" Target="../media/image-35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vct/tree/main/weekly-tactics/02-assets/website-v2/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4" Type="http://schemas.openxmlformats.org/officeDocument/2006/relationships/image" Target="../media/image-36-3.png"/><Relationship Id="rId6" Type="http://schemas.openxmlformats.org/officeDocument/2006/relationships/image" Target="../media/image-3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vct/tree/main/weekly-tactics/02-assets/website-v2/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4" Type="http://schemas.openxmlformats.org/officeDocument/2006/relationships/image" Target="../media/image-37-3.png"/><Relationship Id="rId6" Type="http://schemas.openxmlformats.org/officeDocument/2006/relationships/image" Target="../media/image-37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/blob/main/site/index.html" TargetMode="External"/><Relationship Id="rId5" Type="http://schemas.openxmlformats.org/officeDocument/2006/relationships/hyperlink" Target="https://github.com/samquansah-algo/nbc-vct/tree/main/weekly-tactics/02-assets/website-v2/" TargetMode="External"/><Relationship Id="rId7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4" Type="http://schemas.openxmlformats.org/officeDocument/2006/relationships/image" Target="../media/image-38-3.png"/><Relationship Id="rId6" Type="http://schemas.openxmlformats.org/officeDocument/2006/relationships/image" Target="../media/image-38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tree/main/weekly-tactics/02-assets/website-v2/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4" Type="http://schemas.openxmlformats.org/officeDocument/2006/relationships/image" Target="../media/image-3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mquansah-ceo/" TargetMode="External"/><Relationship Id="rId5" Type="http://schemas.openxmlformats.org/officeDocument/2006/relationships/hyperlink" Target="https://github.com/samquansah-algo/nbc-vct" TargetMode="External"/><Relationship Id="rId7" Type="http://schemas.openxmlformats.org/officeDocument/2006/relationships/hyperlink" Target="https://github.com/samquansah-algo/nbc-tnt" TargetMode="External"/><Relationship Id="rId9" Type="http://schemas.openxmlformats.org/officeDocument/2006/relationships/hyperlink" Target="https://github.com/samquansah-algo/nbc-vct/tree/main/weekly-tactics/02-assets/assets/social/" TargetMode="External"/><Relationship Id="rId11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4" Type="http://schemas.openxmlformats.org/officeDocument/2006/relationships/image" Target="../media/image-41-3.png"/><Relationship Id="rId6" Type="http://schemas.openxmlformats.org/officeDocument/2006/relationships/image" Target="../media/image-41-4.png"/><Relationship Id="rId8" Type="http://schemas.openxmlformats.org/officeDocument/2006/relationships/image" Target="../media/image-41-5.png"/><Relationship Id="rId10" Type="http://schemas.openxmlformats.org/officeDocument/2006/relationships/image" Target="../media/image-41-6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email-signature/email_signature.html" TargetMode="External"/><Relationship Id="rId5" Type="http://schemas.openxmlformats.org/officeDocument/2006/relationships/hyperlink" Target="https://github.com/samquansah-algo/nbc-vct/blob/main/brand/email-signature/README.md" TargetMode="External"/><Relationship Id="rId7" Type="http://schemas.openxmlformats.org/officeDocument/2006/relationships/hyperlink" Target="https://github.com/samquansah-algo/nbc-vct/tree/main/brand/email-signature/" TargetMode="External"/><Relationship Id="rId9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4" Type="http://schemas.openxmlformats.org/officeDocument/2006/relationships/image" Target="../media/image-42-3.png"/><Relationship Id="rId6" Type="http://schemas.openxmlformats.org/officeDocument/2006/relationships/image" Target="../media/image-42-4.png"/><Relationship Id="rId8" Type="http://schemas.openxmlformats.org/officeDocument/2006/relationships/image" Target="../media/image-42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BRAND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4" Type="http://schemas.openxmlformats.org/officeDocument/2006/relationships/image" Target="../media/image-4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actics-milestones/DEADLINE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4" Type="http://schemas.openxmlformats.org/officeDocument/2006/relationships/image" Target="../media/image-4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weekly-tactics/01-market-research/NBC_Market_Research_Tactic.pdf" TargetMode="External"/><Relationship Id="rId5" Type="http://schemas.openxmlformats.org/officeDocument/2006/relationships/hyperlink" Target="https://github.com/samquansah-algo/nbc-vct/blob/main/marketing/INTERVIEW_TRACKER.md" TargetMode="External"/><Relationship Id="rId7" Type="http://schemas.openxmlformats.org/officeDocument/2006/relationships/hyperlink" Target="https://github.com/samquansah-algo/nbc-vct/blob/main/marketing/INTERVIEW_TRACKER.md" TargetMode="External"/><Relationship Id="rId9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4" Type="http://schemas.openxmlformats.org/officeDocument/2006/relationships/image" Target="../media/image-47-3.png"/><Relationship Id="rId6" Type="http://schemas.openxmlformats.org/officeDocument/2006/relationships/image" Target="../media/image-47-4.png"/><Relationship Id="rId8" Type="http://schemas.openxmlformats.org/officeDocument/2006/relationships/image" Target="../media/image-47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CLAUDE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4" Type="http://schemas.openxmlformats.org/officeDocument/2006/relationships/image" Target="../media/image-4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hesis/NBC_Thesis_and_Strategy_v5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4" Type="http://schemas.openxmlformats.org/officeDocument/2006/relationships/image" Target="../media/image-4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actics-milestones/MILESTONE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4" Type="http://schemas.openxmlformats.org/officeDocument/2006/relationships/image" Target="../media/image-5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tnt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4" Type="http://schemas.openxmlformats.org/officeDocument/2006/relationships/image" Target="../media/image-5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actics-milestones/DEADLINES.md" TargetMode="External"/><Relationship Id="rId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4" Type="http://schemas.openxmlformats.org/officeDocument/2006/relationships/image" Target="../media/image-5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mailto:samquansah@gse.harvard.edu" TargetMode="External"/><Relationship Id="rId5" Type="http://schemas.openxmlformats.org/officeDocument/2006/relationships/hyperlink" Target="mailto:samquans@mit.edu" TargetMode="External"/><Relationship Id="rId7" Type="http://schemas.openxmlformats.org/officeDocument/2006/relationships/hyperlink" Target="https://github.com/samquansah-algo/nbc-vct/blob/main/brand/NBC_Brand_Guide.pdf" TargetMode="External"/><Relationship Id="rId9" Type="http://schemas.openxmlformats.org/officeDocument/2006/relationships/hyperlink" Target="https://github.com/samquansah-algo/nbc-vct/blob/main/brand/BRAND.md" TargetMode="External"/><Relationship Id="rId11" Type="http://schemas.openxmlformats.org/officeDocument/2006/relationships/hyperlink" Target="https://github.com/samquansah-algo/nbc-vct/tree/main/weekly-tactics/02-assets/" TargetMode="External"/><Relationship Id="rId13" Type="http://schemas.openxmlformats.org/officeDocument/2006/relationships/hyperlink" Target="https://github.com/samquansah-algo/nbc-vct/tree/main/brand/email-signature/" TargetMode="External"/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4" Type="http://schemas.openxmlformats.org/officeDocument/2006/relationships/image" Target="../media/image-53-3.png"/><Relationship Id="rId6" Type="http://schemas.openxmlformats.org/officeDocument/2006/relationships/image" Target="../media/image-53-4.png"/><Relationship Id="rId8" Type="http://schemas.openxmlformats.org/officeDocument/2006/relationships/image" Target="../media/image-53-5.png"/><Relationship Id="rId10" Type="http://schemas.openxmlformats.org/officeDocument/2006/relationships/image" Target="../media/image-53-6.png"/><Relationship Id="rId12" Type="http://schemas.openxmlformats.org/officeDocument/2006/relationships/image" Target="../media/image-53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29125"/>
            <a:ext cx="1104900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BRAND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975" y="4429125"/>
            <a:ext cx="733425" cy="142875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tree/main/weekly-tactics/02-assets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1275" y="4429125"/>
            <a:ext cx="10001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hesis/NBC_Thesis_and_Strategy_v5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987" y="4824412"/>
            <a:ext cx="35718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088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BRAND.md#message-levels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356" y="4824412"/>
            <a:ext cx="61436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SCRIPT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631" y="4824412"/>
            <a:ext cx="63817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07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538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logo-concept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406" y="4824412"/>
            <a:ext cx="51435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66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logo-concept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406" y="4824412"/>
            <a:ext cx="51435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66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logo-concept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406" y="4824412"/>
            <a:ext cx="51435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66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brand/logo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44" y="4824412"/>
            <a:ext cx="3714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23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brand/logo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44" y="4824412"/>
            <a:ext cx="3714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23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brand/logo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031" y="4824412"/>
            <a:ext cx="3714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4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brand/tokens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781" y="4824412"/>
            <a:ext cx="5619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66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BRAND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350" y="4824412"/>
            <a:ext cx="604837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BRAND.md#message-levels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588" y="4824412"/>
            <a:ext cx="61436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863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2-assets/assets/value-graphic-v1.png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4824412"/>
            <a:ext cx="661987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67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2-assets/assets/value-graphic-v2.png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4824412"/>
            <a:ext cx="661987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67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1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4824412"/>
            <a:ext cx="6096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8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1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4824412"/>
            <a:ext cx="6096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8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1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4824412"/>
            <a:ext cx="6096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8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1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4824412"/>
            <a:ext cx="6096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8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1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4824412"/>
            <a:ext cx="6096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8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1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4824412"/>
            <a:ext cx="6096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8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1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4824412"/>
            <a:ext cx="6096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8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1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4824412"/>
            <a:ext cx="6096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8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1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4824412"/>
            <a:ext cx="6096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8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1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4824412"/>
            <a:ext cx="6096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8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191000"/>
            <a:ext cx="2747962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406" y="4824412"/>
            <a:ext cx="466725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044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4824412"/>
            <a:ext cx="4667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4824412"/>
            <a:ext cx="609600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4824412"/>
            <a:ext cx="4667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4824412"/>
            <a:ext cx="609600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4824412"/>
            <a:ext cx="4667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4824412"/>
            <a:ext cx="609600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4824412"/>
            <a:ext cx="4667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4824412"/>
            <a:ext cx="609600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4824412"/>
            <a:ext cx="4667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4824412"/>
            <a:ext cx="609600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4824412"/>
            <a:ext cx="4667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4824412"/>
            <a:ext cx="609600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4824412"/>
            <a:ext cx="4667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4824412"/>
            <a:ext cx="609600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4824412"/>
            <a:ext cx="4667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4824412"/>
            <a:ext cx="609600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4824412"/>
            <a:ext cx="4667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4824412"/>
            <a:ext cx="609600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/blob/main/site/index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4824412"/>
            <a:ext cx="4667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4824412"/>
            <a:ext cx="609600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tree/main/weekly-tactics/02-assets/website-v2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4824412"/>
            <a:ext cx="609600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481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linkedin.com/in/samquansah-ceo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2863751"/>
            <a:ext cx="976312" cy="1333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0" y="3013770"/>
            <a:ext cx="709613" cy="1333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tnt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0" y="3163788"/>
            <a:ext cx="909638" cy="1333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tree/main/weekly-tactics/02-assets/assets/social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6794" y="4824412"/>
            <a:ext cx="361950" cy="109537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0656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email-signature/email_signature.html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3073450"/>
            <a:ext cx="657225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email-signature/README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450" y="3073450"/>
            <a:ext cx="595313" cy="142875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tree/main/brand/email-signature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7256" y="4824412"/>
            <a:ext cx="581025" cy="109537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0194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BRAND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350" y="4824412"/>
            <a:ext cx="604837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506" y="4824412"/>
            <a:ext cx="3905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944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weekly-tactics/01-market-research/NBC_Market_Research_Tactic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2005012"/>
            <a:ext cx="1738312" cy="195263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TRACKER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950" y="2336006"/>
            <a:ext cx="1123950" cy="195263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marketing/INTERVIEW_TRACKER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5344" y="4824412"/>
            <a:ext cx="704850" cy="109537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2106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CLAUD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37" y="4824412"/>
            <a:ext cx="65246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912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hesis/NBC_Thesis_and_Strategy_v5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75" y="4824412"/>
            <a:ext cx="357188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5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actics-milestones/MILESTONE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931" y="4824412"/>
            <a:ext cx="44767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519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5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tn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863" y="4824412"/>
            <a:ext cx="785813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588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5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506" y="4824412"/>
            <a:ext cx="390525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944" y="4824412"/>
            <a:ext cx="642938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5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mailto:samquansah@gse.harvard.edu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81475"/>
            <a:ext cx="1676400" cy="157163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mailto:samquans@mit.edu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52925"/>
            <a:ext cx="1076325" cy="157163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075" y="3805237"/>
            <a:ext cx="1185863" cy="157163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brand/BRAND.m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8075" y="3999533"/>
            <a:ext cx="804862" cy="157163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tree/main/weekly-tactics/02-assets/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8075" y="4193828"/>
            <a:ext cx="500063" cy="157163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tree/main/brand/email-signature/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3863" y="4193828"/>
            <a:ext cx="833437" cy="1571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NBC Identity: An identity that sticks</dc:title>
  <dc:subject>PptxGenJS Presentation</dc:subject>
  <dc:creator>Team NBC (Algo Peers)</dc:creator>
  <cp:lastModifiedBy>Team NBC (Algo Peers)</cp:lastModifiedBy>
  <cp:revision>1</cp:revision>
  <dcterms:created xsi:type="dcterms:W3CDTF">2026-10-05T02:58:48Z</dcterms:created>
  <dcterms:modified xsi:type="dcterms:W3CDTF">2026-10-05T02:58:48Z</dcterms:modified>
</cp:coreProperties>
</file>