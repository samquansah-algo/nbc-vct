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/blob/main/brand/BRAND.md" TargetMode="External"/><Relationship Id="rId7" Type="http://schemas.openxmlformats.org/officeDocument/2006/relationships/hyperlink" Target="https://github.com/samquansah-algo/nbc-vct/tree/main/weekly-tactics/02-assets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image" Target="../media/image-1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NBC_Thesis_and_Strategy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BRAND.md#message-levels" TargetMode="External"/><Relationship Id="rId5" Type="http://schemas.openxmlformats.org/officeDocument/2006/relationships/hyperlink" Target="https://github.com/samquansah-algo/nbc-vct/blob/main/marketing/INTERVIEW_SCRIPT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image" Target="../media/image-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logo-concepts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logo-concepts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logo-concepts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brand/logo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image" Target="../media/image-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brand/logo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brand/logo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brand/tokens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BRAND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BRAND.md#message-levels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image" Target="../media/image-1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2-assets/assets/value-graphic-v1.png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2-assets/assets/value-graphic-v2.png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tnt/blob/main/site/index.html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image" Target="../media/image-28-3.png"/><Relationship Id="rId6" Type="http://schemas.openxmlformats.org/officeDocument/2006/relationships/image" Target="../media/image-28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image" Target="../media/image-29-3.png"/><Relationship Id="rId6" Type="http://schemas.openxmlformats.org/officeDocument/2006/relationships/image" Target="../media/image-2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image" Target="../media/image-30-3.png"/><Relationship Id="rId6" Type="http://schemas.openxmlformats.org/officeDocument/2006/relationships/image" Target="../media/image-30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image" Target="../media/image-31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image" Target="../media/image-32-3.png"/><Relationship Id="rId6" Type="http://schemas.openxmlformats.org/officeDocument/2006/relationships/image" Target="../media/image-32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image" Target="../media/image-3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image" Target="../media/image-34-3.png"/><Relationship Id="rId6" Type="http://schemas.openxmlformats.org/officeDocument/2006/relationships/image" Target="../media/image-34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4" Type="http://schemas.openxmlformats.org/officeDocument/2006/relationships/image" Target="../media/image-35-3.png"/><Relationship Id="rId6" Type="http://schemas.openxmlformats.org/officeDocument/2006/relationships/image" Target="../media/image-35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4" Type="http://schemas.openxmlformats.org/officeDocument/2006/relationships/image" Target="../media/image-36-3.png"/><Relationship Id="rId6" Type="http://schemas.openxmlformats.org/officeDocument/2006/relationships/image" Target="../media/image-36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4" Type="http://schemas.openxmlformats.org/officeDocument/2006/relationships/image" Target="../media/image-37-3.png"/><Relationship Id="rId6" Type="http://schemas.openxmlformats.org/officeDocument/2006/relationships/image" Target="../media/image-37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4" Type="http://schemas.openxmlformats.org/officeDocument/2006/relationships/image" Target="../media/image-38-3.png"/><Relationship Id="rId6" Type="http://schemas.openxmlformats.org/officeDocument/2006/relationships/image" Target="../media/image-38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2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4" Type="http://schemas.openxmlformats.org/officeDocument/2006/relationships/image" Target="../media/image-3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samquansah-ceo/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github.com/samquansah-algo/nbc-tnt" TargetMode="External"/><Relationship Id="rId9" Type="http://schemas.openxmlformats.org/officeDocument/2006/relationships/hyperlink" Target="https://github.com/samquansah-algo/nbc-vct/tree/main/weekly-tactics/02-assets/assets/social/" TargetMode="External"/><Relationship Id="rId1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4" Type="http://schemas.openxmlformats.org/officeDocument/2006/relationships/image" Target="../media/image-41-3.png"/><Relationship Id="rId6" Type="http://schemas.openxmlformats.org/officeDocument/2006/relationships/image" Target="../media/image-41-4.png"/><Relationship Id="rId8" Type="http://schemas.openxmlformats.org/officeDocument/2006/relationships/image" Target="../media/image-41-5.png"/><Relationship Id="rId10" Type="http://schemas.openxmlformats.org/officeDocument/2006/relationships/image" Target="../media/image-41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email-signature/email_signature.html" TargetMode="External"/><Relationship Id="rId5" Type="http://schemas.openxmlformats.org/officeDocument/2006/relationships/hyperlink" Target="https://github.com/samquansah-algo/nbc-vct/blob/main/brand/email-signature/README.md" TargetMode="External"/><Relationship Id="rId7" Type="http://schemas.openxmlformats.org/officeDocument/2006/relationships/hyperlink" Target="https://github.com/samquansah-algo/nbc-vct/tree/main/brand/email-signature/" TargetMode="External"/><Relationship Id="rId9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4" Type="http://schemas.openxmlformats.org/officeDocument/2006/relationships/image" Target="../media/image-42-3.png"/><Relationship Id="rId6" Type="http://schemas.openxmlformats.org/officeDocument/2006/relationships/image" Target="../media/image-42-4.png"/><Relationship Id="rId8" Type="http://schemas.openxmlformats.org/officeDocument/2006/relationships/image" Target="../media/image-42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BRAND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4" Type="http://schemas.openxmlformats.org/officeDocument/2006/relationships/image" Target="../media/image-4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4" Type="http://schemas.openxmlformats.org/officeDocument/2006/relationships/image" Target="../media/image-4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1-market-research/NBC_Market_Research_Tactic.pdf" TargetMode="External"/><Relationship Id="rId5" Type="http://schemas.openxmlformats.org/officeDocument/2006/relationships/hyperlink" Target="https://github.com/samquansah-algo/nbc-vct/blob/main/marketing/INTERVIEW_TRACKER.md" TargetMode="External"/><Relationship Id="rId7" Type="http://schemas.openxmlformats.org/officeDocument/2006/relationships/hyperlink" Target="https://github.com/samquansah-algo/nbc-vct/blob/main/marketing/INTERVIEW_TRACKER.md" TargetMode="External"/><Relationship Id="rId9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4" Type="http://schemas.openxmlformats.org/officeDocument/2006/relationships/image" Target="../media/image-47-3.png"/><Relationship Id="rId6" Type="http://schemas.openxmlformats.org/officeDocument/2006/relationships/image" Target="../media/image-47-4.png"/><Relationship Id="rId8" Type="http://schemas.openxmlformats.org/officeDocument/2006/relationships/image" Target="../media/image-47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CLAUD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4" Type="http://schemas.openxmlformats.org/officeDocument/2006/relationships/image" Target="../media/image-4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tnt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4" Type="http://schemas.openxmlformats.org/officeDocument/2006/relationships/image" Target="../media/image-49-3.png"/><Relationship Id="rId6" Type="http://schemas.openxmlformats.org/officeDocument/2006/relationships/image" Target="../media/image-4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4" Type="http://schemas.openxmlformats.org/officeDocument/2006/relationships/image" Target="../media/image-5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/blob/main/brand/BRAND.md" TargetMode="External"/><Relationship Id="rId7" Type="http://schemas.openxmlformats.org/officeDocument/2006/relationships/hyperlink" Target="https://github.com/samquansah-algo/nbc-vct/tree/main/weekly-tactics/02-assets/" TargetMode="External"/><Relationship Id="rId9" Type="http://schemas.openxmlformats.org/officeDocument/2006/relationships/hyperlink" Target="https://github.com/samquansah-algo/nbc-vct/tree/main/brand/email-signature/" TargetMode="External"/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4" Type="http://schemas.openxmlformats.org/officeDocument/2006/relationships/image" Target="../media/image-51-3.png"/><Relationship Id="rId6" Type="http://schemas.openxmlformats.org/officeDocument/2006/relationships/image" Target="../media/image-51-4.png"/><Relationship Id="rId8" Type="http://schemas.openxmlformats.org/officeDocument/2006/relationships/image" Target="../media/image-51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429125"/>
            <a:ext cx="1104900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BRAND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975" y="4429125"/>
            <a:ext cx="73342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tree/main/weekly-tactics/02-asset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1275" y="4429125"/>
            <a:ext cx="1000125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987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20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BRAND.md#message-levels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4356" y="4824412"/>
            <a:ext cx="61436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631" y="4824412"/>
            <a:ext cx="6381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07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53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logo-concept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4406" y="4824412"/>
            <a:ext cx="51435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06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logo-concept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4406" y="4824412"/>
            <a:ext cx="51435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06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logo-concept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4406" y="4824412"/>
            <a:ext cx="51435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06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brand/logo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5844" y="4824412"/>
            <a:ext cx="3714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92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brand/logo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5844" y="4824412"/>
            <a:ext cx="3714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92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brand/logo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2031" y="4824412"/>
            <a:ext cx="3714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54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brand/token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781" y="4824412"/>
            <a:ext cx="5619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06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BRAND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350" y="4824412"/>
            <a:ext cx="60483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1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BRAND.md#message-levels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588" y="4824412"/>
            <a:ext cx="61436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68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7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2-assets/assets/value-graphic-v1.png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775" y="4824412"/>
            <a:ext cx="66198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6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2-assets/assets/value-graphic-v2.png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775" y="4824412"/>
            <a:ext cx="66198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6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7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4191000"/>
            <a:ext cx="2747962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4406" y="4824412"/>
            <a:ext cx="46672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04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7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linkedin.com/in/samquansah-ceo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0" y="2863751"/>
            <a:ext cx="976312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0" y="3013770"/>
            <a:ext cx="709613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tn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750" y="3163788"/>
            <a:ext cx="909638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tree/main/weekly-tactics/02-assets/assets/social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6794" y="4824412"/>
            <a:ext cx="361950" cy="109537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506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email-signature/email_signature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0" y="3073450"/>
            <a:ext cx="6572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email-signature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1450" y="3073450"/>
            <a:ext cx="595313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tree/main/brand/email-signature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7256" y="4824412"/>
            <a:ext cx="581025" cy="109537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019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7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BRAND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350" y="4824412"/>
            <a:ext cx="60483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1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506" y="4824412"/>
            <a:ext cx="3905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494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7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1-market-research/NBC_Market_Research_Tactic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312" y="2005012"/>
            <a:ext cx="1738312" cy="1952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4950" y="2336006"/>
            <a:ext cx="1123950" cy="1952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5344" y="4824412"/>
            <a:ext cx="704850" cy="109537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221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CLAUD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537" y="4824412"/>
            <a:ext cx="65246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59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312" y="2336006"/>
            <a:ext cx="1066800" cy="1952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tn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4863" y="4824412"/>
            <a:ext cx="785813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25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506" y="4824412"/>
            <a:ext cx="3905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494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952875"/>
            <a:ext cx="1304925" cy="1714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BRAND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8813" y="3952875"/>
            <a:ext cx="857250" cy="1714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tree/main/weekly-tactics/02-asset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52750" y="3952875"/>
            <a:ext cx="538163" cy="1714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tree/main/brand/email-signature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7600" y="3952875"/>
            <a:ext cx="904875" cy="1714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 Identity: An identity that sticks</dc:title>
  <dc:subject>PptxGenJS Presentation</dc:subject>
  <dc:creator>Team NBC (Algo Peers)</dc:creator>
  <cp:lastModifiedBy>Team NBC (Algo Peers)</cp:lastModifiedBy>
  <cp:revision>1</cp:revision>
  <dcterms:created xsi:type="dcterms:W3CDTF">2026-10-05T02:44:45Z</dcterms:created>
  <dcterms:modified xsi:type="dcterms:W3CDTF">2026-10-05T02:44:45Z</dcterms:modified>
</cp:coreProperties>
</file>