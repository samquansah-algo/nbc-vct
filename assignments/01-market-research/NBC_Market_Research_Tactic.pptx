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hanacodeclub.org/" TargetMode="External"/><Relationship Id="rId5" Type="http://schemas.openxmlformats.org/officeDocument/2006/relationships/hyperlink" Target="https://foundation.ghanarobotics.org/" TargetMode="External"/><Relationship Id="rId7" Type="http://schemas.openxmlformats.org/officeDocument/2006/relationships/hyperlink" Target="https://www.library.gov.gh/" TargetMode="External"/><Relationship Id="rId9" Type="http://schemas.openxmlformats.org/officeDocument/2006/relationships/hyperlink" Target="https://gset.education/" TargetMode="External"/><Relationship Id="rId11" Type="http://schemas.openxmlformats.org/officeDocument/2006/relationships/hyperlink" Target="https://makersplacegh.com/" TargetMode="External"/><Relationship Id="rId13" Type="http://schemas.openxmlformats.org/officeDocument/2006/relationships/hyperlink" Target="https://github.com/samquansah-algo/nbc-vct/blob/main/marketing/watering_holes_v5.md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image" Target="../media/image-5-3.png"/><Relationship Id="rId6" Type="http://schemas.openxmlformats.org/officeDocument/2006/relationships/image" Target="../media/image-5-4.png"/><Relationship Id="rId8" Type="http://schemas.openxmlformats.org/officeDocument/2006/relationships/image" Target="../media/image-5-5.png"/><Relationship Id="rId10" Type="http://schemas.openxmlformats.org/officeDocument/2006/relationships/image" Target="../media/image-5-6.png"/><Relationship Id="rId12" Type="http://schemas.openxmlformats.org/officeDocument/2006/relationships/image" Target="../media/image-5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groups/librarymaker/" TargetMode="External"/><Relationship Id="rId5" Type="http://schemas.openxmlformats.org/officeDocument/2006/relationships/hyperlink" Target="https://microbit.org/champions/" TargetMode="External"/><Relationship Id="rId7" Type="http://schemas.openxmlformats.org/officeDocument/2006/relationships/hyperlink" Target="https://www.scratchfoundation.org/scratch-meetups-learn" TargetMode="External"/><Relationship Id="rId9" Type="http://schemas.openxmlformats.org/officeDocument/2006/relationships/hyperlink" Target="https://www.reddit.com/r/homeschool/" TargetMode="External"/><Relationship Id="rId11" Type="http://schemas.openxmlformats.org/officeDocument/2006/relationships/hyperlink" Target="https://www.isls.org/" TargetMode="External"/><Relationship Id="rId13" Type="http://schemas.openxmlformats.org/officeDocument/2006/relationships/hyperlink" Target="https://github.com/samquansah-algo/nbc-vct/blob/main/marketing/watering_holes_v5.md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image" Target="../media/image-6-3.png"/><Relationship Id="rId6" Type="http://schemas.openxmlformats.org/officeDocument/2006/relationships/image" Target="../media/image-6-4.png"/><Relationship Id="rId8" Type="http://schemas.openxmlformats.org/officeDocument/2006/relationships/image" Target="../media/image-6-5.png"/><Relationship Id="rId10" Type="http://schemas.openxmlformats.org/officeDocument/2006/relationships/image" Target="../media/image-6-6.png"/><Relationship Id="rId12" Type="http://schemas.openxmlformats.org/officeDocument/2006/relationships/image" Target="../media/image-6-7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foundation.ghanarobotics.org/" TargetMode="External"/><Relationship Id="rId5" Type="http://schemas.openxmlformats.org/officeDocument/2006/relationships/hyperlink" Target="https://ghanacodeclub.org/" TargetMode="External"/><Relationship Id="rId7" Type="http://schemas.openxmlformats.org/officeDocument/2006/relationships/hyperlink" Target="https://www.library.gov.gh/" TargetMode="External"/><Relationship Id="rId9" Type="http://schemas.openxmlformats.org/officeDocument/2006/relationships/hyperlink" Target="https://www.facebook.com/groups/librarymaker/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image" Target="../media/image-7-3.png"/><Relationship Id="rId6" Type="http://schemas.openxmlformats.org/officeDocument/2006/relationships/image" Target="../media/image-7-4.png"/><Relationship Id="rId8" Type="http://schemas.openxmlformats.org/officeDocument/2006/relationships/image" Target="../media/image-7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ls.org/" TargetMode="External"/><Relationship Id="rId5" Type="http://schemas.openxmlformats.org/officeDocument/2006/relationships/hyperlink" Target="https://microbit.org/champions/" TargetMode="External"/><Relationship Id="rId7" Type="http://schemas.openxmlformats.org/officeDocument/2006/relationships/hyperlink" Target="https://makersplacegh.com/" TargetMode="External"/><Relationship Id="rId9" Type="http://schemas.openxmlformats.org/officeDocument/2006/relationships/hyperlink" Target="https://www.scratchfoundation.org/scratch-meetups-learn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image" Target="../media/image-8-3.png"/><Relationship Id="rId6" Type="http://schemas.openxmlformats.org/officeDocument/2006/relationships/image" Target="../media/image-8-4.png"/><Relationship Id="rId8" Type="http://schemas.openxmlformats.org/officeDocument/2006/relationships/image" Target="../media/image-8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homeschool/" TargetMode="External"/><Relationship Id="rId5" Type="http://schemas.openxmlformats.org/officeDocument/2006/relationships/hyperlink" Target="https://www.isls.org/" TargetMode="External"/><Relationship Id="rId7" Type="http://schemas.openxmlformats.org/officeDocument/2006/relationships/hyperlink" Target="https://github.com/samquansah-algo/nbc-vct/blob/main/marketing/INTERVIEW_TRACKER.md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image" Target="../media/image-9-3.png"/><Relationship Id="rId6" Type="http://schemas.openxmlformats.org/officeDocument/2006/relationships/image" Target="../media/image-9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foundation.ghanarobotics.org/" TargetMode="External"/><Relationship Id="rId5" Type="http://schemas.openxmlformats.org/officeDocument/2006/relationships/hyperlink" Target="https://ghanacodeclub.org/" TargetMode="External"/><Relationship Id="rId7" Type="http://schemas.openxmlformats.org/officeDocument/2006/relationships/hyperlink" Target="https://www.library.gov.gh/" TargetMode="External"/><Relationship Id="rId9" Type="http://schemas.openxmlformats.org/officeDocument/2006/relationships/hyperlink" Target="https://www.facebook.com/groups/librarymaker/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image" Target="../media/image-10-3.png"/><Relationship Id="rId6" Type="http://schemas.openxmlformats.org/officeDocument/2006/relationships/image" Target="../media/image-10-4.png"/><Relationship Id="rId8" Type="http://schemas.openxmlformats.org/officeDocument/2006/relationships/image" Target="../media/image-10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sls.org/" TargetMode="External"/><Relationship Id="rId5" Type="http://schemas.openxmlformats.org/officeDocument/2006/relationships/hyperlink" Target="https://microbit.org/champions/" TargetMode="External"/><Relationship Id="rId7" Type="http://schemas.openxmlformats.org/officeDocument/2006/relationships/hyperlink" Target="https://makersplacegh.com/" TargetMode="External"/><Relationship Id="rId9" Type="http://schemas.openxmlformats.org/officeDocument/2006/relationships/hyperlink" Target="https://www.scratchfoundation.org/scratch-meetups-learn" TargetMode="External"/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4" Type="http://schemas.openxmlformats.org/officeDocument/2006/relationships/image" Target="../media/image-11-3.png"/><Relationship Id="rId6" Type="http://schemas.openxmlformats.org/officeDocument/2006/relationships/image" Target="../media/image-11-4.png"/><Relationship Id="rId8" Type="http://schemas.openxmlformats.org/officeDocument/2006/relationships/image" Target="../media/image-11-5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ddit.com/r/homeschool/" TargetMode="External"/><Relationship Id="rId5" Type="http://schemas.openxmlformats.org/officeDocument/2006/relationships/hyperlink" Target="https://github.com/samquansah-algo/nbc-vct/blob/main/marketing/OUTREACH_MESSAGES.md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4" Type="http://schemas.openxmlformats.org/officeDocument/2006/relationships/image" Target="../media/image-12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marketing/INTERVIEW_TRACKER.md" TargetMode="External"/><Relationship Id="rId5" Type="http://schemas.openxmlformats.org/officeDocument/2006/relationships/hyperlink" Target="https://github.com/samquansah-algo/nbc-vct/blob/main/marketing/INTERVIEW_SCRIPT.md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4" Type="http://schemas.openxmlformats.org/officeDocument/2006/relationships/image" Target="../media/image-1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rldbank.org/en/topic/education/brief/learning-poverty" TargetMode="External"/><Relationship Id="rId5" Type="http://schemas.openxmlformats.org/officeDocument/2006/relationships/hyperlink" Target="https://arxiv.org/abs/2402.09809" TargetMode="External"/><Relationship Id="rId7" Type="http://schemas.openxmlformats.org/officeDocument/2006/relationships/hyperlink" Target="https://ghanacodeclub.org/" TargetMode="External"/><Relationship Id="rId9" Type="http://schemas.openxmlformats.org/officeDocument/2006/relationships/hyperlink" Target="https://foundation.ghanarobotics.org/" TargetMode="External"/><Relationship Id="rId11" Type="http://schemas.openxmlformats.org/officeDocument/2006/relationships/hyperlink" Target="https://www.library.gov.gh/" TargetMode="External"/><Relationship Id="rId13" Type="http://schemas.openxmlformats.org/officeDocument/2006/relationships/hyperlink" Target="https://microbit.org/champions/" TargetMode="External"/><Relationship Id="rId15" Type="http://schemas.openxmlformats.org/officeDocument/2006/relationships/hyperlink" Target="https://github.com/samquansah-algo/nbc-vct/blob/main/research/simulated/README.md" TargetMode="External"/><Relationship Id="rId17" Type="http://schemas.openxmlformats.org/officeDocument/2006/relationships/hyperlink" Target="https://github.com/samquansah-algo/nbc-vct/blob/main/marketing/INTERVIEW_TRACKER.md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4" Type="http://schemas.openxmlformats.org/officeDocument/2006/relationships/image" Target="../media/image-14-3.png"/><Relationship Id="rId6" Type="http://schemas.openxmlformats.org/officeDocument/2006/relationships/image" Target="../media/image-14-4.png"/><Relationship Id="rId8" Type="http://schemas.openxmlformats.org/officeDocument/2006/relationships/image" Target="../media/image-14-5.png"/><Relationship Id="rId10" Type="http://schemas.openxmlformats.org/officeDocument/2006/relationships/image" Target="../media/image-14-6.png"/><Relationship Id="rId12" Type="http://schemas.openxmlformats.org/officeDocument/2006/relationships/image" Target="../media/image-14-7.png"/><Relationship Id="rId14" Type="http://schemas.openxmlformats.org/officeDocument/2006/relationships/image" Target="../media/image-14-8.png"/><Relationship Id="rId16" Type="http://schemas.openxmlformats.org/officeDocument/2006/relationships/image" Target="../media/image-14-9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forecasting/ECONOMICS.md" TargetMode="External"/><Relationship Id="rId5" Type="http://schemas.openxmlformats.org/officeDocument/2006/relationships/hyperlink" Target="https://github.com/samquansah-algo/nbc-vct/blob/main/forecasting/BENCHMARKS.md" TargetMode="External"/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4" Type="http://schemas.openxmlformats.org/officeDocument/2006/relationships/image" Target="../media/image-18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/blob/main/tactics-milestones/DEADLINES.md" TargetMode="External"/><Relationship Id="rId5" Type="http://schemas.openxmlformats.org/officeDocument/2006/relationships/hyperlink" Target="https://github.com/samquansah-algo/nbc-vct/blob/main/strategy/NBC_Tactical_Playbook_v5.md" TargetMode="Externa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4" Type="http://schemas.openxmlformats.org/officeDocument/2006/relationships/image" Target="../media/image-20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mquansah-algo/nbc-vct" TargetMode="External"/><Relationship Id="rId5" Type="http://schemas.openxmlformats.org/officeDocument/2006/relationships/hyperlink" Target="https://github.com/samquansah-algo/nbc-vct/blob/main/marketing/INTERVIEW_SCRIPT.md" TargetMode="External"/><Relationship Id="rId7" Type="http://schemas.openxmlformats.org/officeDocument/2006/relationships/hyperlink" Target="https://github.com/samquansah-algo/nbc-vct/blob/main/marketing/watering_holes_v5.md" TargetMode="External"/><Relationship Id="rId9" Type="http://schemas.openxmlformats.org/officeDocument/2006/relationships/hyperlink" Target="https://github.com/samquansah-algo/nbc-vct/blob/main/marketing/OUTREACH_MESSAGES.md" TargetMode="External"/><Relationship Id="rId11" Type="http://schemas.openxmlformats.org/officeDocument/2006/relationships/hyperlink" Target="https://github.com/samquansah-algo/nbc-vct/blob/main/marketing/INTERVIEW_TRACKER.md" TargetMode="External"/><Relationship Id="rId13" Type="http://schemas.openxmlformats.org/officeDocument/2006/relationships/hyperlink" Target="https://github.com/samquansah-algo/nbc-vct/blob/main/marketing/MARKETING_STRATEGY.md" TargetMode="External"/><Relationship Id="rId15" Type="http://schemas.openxmlformats.org/officeDocument/2006/relationships/hyperlink" Target="https://github.com/samquansah-algo/nbc-vct/blob/main/thesis/NBC_Thesis_and_Strategy_v5.md" TargetMode="External"/><Relationship Id="rId17" Type="http://schemas.openxmlformats.org/officeDocument/2006/relationships/hyperlink" Target="https://github.com/samquansah-algo/nbc-vct/blob/main/forecasting/ECONOMICS.md" TargetMode="External"/><Relationship Id="rId19" Type="http://schemas.openxmlformats.org/officeDocument/2006/relationships/hyperlink" Target="https://github.com/samquansah-algo/nbc-vct/blob/main/forecasting/BENCHMARKS.md" TargetMode="External"/><Relationship Id="rId21" Type="http://schemas.openxmlformats.org/officeDocument/2006/relationships/hyperlink" Target="https://github.com/samquansah-algo/nbc-vct/blob/main/tactics-milestones/DEADLINES.md" TargetMode="External"/><Relationship Id="rId23" Type="http://schemas.openxmlformats.org/officeDocument/2006/relationships/hyperlink" Target="https://github.com/samquansah-algo/nbc-vct/blob/main/tactics-milestones/WEEKLY_DECISION_RECORD.md" TargetMode="External"/><Relationship Id="rId25" Type="http://schemas.openxmlformats.org/officeDocument/2006/relationships/hyperlink" Target="https://github.com/samquansah-algo/nbc-vct/blob/main/brand/NBC_Brand_Guide.pdf" TargetMode="External"/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4" Type="http://schemas.openxmlformats.org/officeDocument/2006/relationships/image" Target="../media/image-21-3.png"/><Relationship Id="rId6" Type="http://schemas.openxmlformats.org/officeDocument/2006/relationships/image" Target="../media/image-21-4.png"/><Relationship Id="rId8" Type="http://schemas.openxmlformats.org/officeDocument/2006/relationships/image" Target="../media/image-21-5.png"/><Relationship Id="rId10" Type="http://schemas.openxmlformats.org/officeDocument/2006/relationships/image" Target="../media/image-21-6.png"/><Relationship Id="rId12" Type="http://schemas.openxmlformats.org/officeDocument/2006/relationships/image" Target="../media/image-21-7.png"/><Relationship Id="rId14" Type="http://schemas.openxmlformats.org/officeDocument/2006/relationships/image" Target="../media/image-21-8.png"/><Relationship Id="rId16" Type="http://schemas.openxmlformats.org/officeDocument/2006/relationships/image" Target="../media/image-21-9.png"/><Relationship Id="rId18" Type="http://schemas.openxmlformats.org/officeDocument/2006/relationships/image" Target="../media/image-21-10.png"/><Relationship Id="rId20" Type="http://schemas.openxmlformats.org/officeDocument/2006/relationships/image" Target="../media/image-21-11.png"/><Relationship Id="rId22" Type="http://schemas.openxmlformats.org/officeDocument/2006/relationships/image" Target="../media/image-21-12.png"/><Relationship Id="rId24" Type="http://schemas.openxmlformats.org/officeDocument/2006/relationships/image" Target="../media/image-21-13.png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hanacodeclub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773338"/>
            <a:ext cx="1314450" cy="952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foundation.ghanarobotics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575" y="2766194"/>
            <a:ext cx="1314450" cy="952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library.gov.gh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775" y="2495178"/>
            <a:ext cx="1314450" cy="952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set.education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4975" y="2909069"/>
            <a:ext cx="1314450" cy="952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makersplacegh.com/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5175" y="2529483"/>
            <a:ext cx="1314450" cy="95250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watering_holes_v5.md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2512" y="3653879"/>
            <a:ext cx="7334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facebook.com/groups/librarymaker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888382"/>
            <a:ext cx="1314450" cy="952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microbit.org/champions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575" y="3092202"/>
            <a:ext cx="1314450" cy="95250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scratchfoundation.org/scratch-meetups-learn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4775" y="3038401"/>
            <a:ext cx="1314450" cy="95250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reddit.com/r/homeschool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4975" y="2745507"/>
            <a:ext cx="1314450" cy="95250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www.isls.org/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5175" y="2738363"/>
            <a:ext cx="1314450" cy="95250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watering_holes_v5.md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2512" y="3553197"/>
            <a:ext cx="7334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foundation.ghanarobotic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763" y="1506587"/>
            <a:ext cx="28098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hanacodeclub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1506587"/>
            <a:ext cx="280987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library.gov.gh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3103066"/>
            <a:ext cx="280987" cy="109537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facebook.com/groups/librarymaker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0" y="3103066"/>
            <a:ext cx="280987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isl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506587"/>
            <a:ext cx="28098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microbit.org/champions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037" y="1506587"/>
            <a:ext cx="280987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makersplacegh.com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2870002"/>
            <a:ext cx="280987" cy="109537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scratchfoundation.org/scratch-meetups-learn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8388" y="2870002"/>
            <a:ext cx="280987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reddit.com/r/homeschool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8" y="1506587"/>
            <a:ext cx="28098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www.isls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825" y="1506587"/>
            <a:ext cx="280987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2975000"/>
            <a:ext cx="33813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foundation.ghanarobotic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763" y="1506587"/>
            <a:ext cx="28098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hanacodeclub.org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1506587"/>
            <a:ext cx="280987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www.library.gov.gh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2875062"/>
            <a:ext cx="280987" cy="109537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facebook.com/groups/librarymaker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2750" y="2875062"/>
            <a:ext cx="280987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isls.org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1506587"/>
            <a:ext cx="28098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microbit.org/champions/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037" y="1506587"/>
            <a:ext cx="280987" cy="1095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makersplacegh.com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8900" y="2755999"/>
            <a:ext cx="280987" cy="109537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www.scratchfoundation.org/scratch-meetups-learn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8388" y="2755999"/>
            <a:ext cx="280987" cy="1095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reddit.com/r/homeschool/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8" y="1506587"/>
            <a:ext cx="280987" cy="109537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OUTREACH_MESSAGES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187" y="3114973"/>
            <a:ext cx="9239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043" y="2596604"/>
            <a:ext cx="728663" cy="12382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8568" y="2596604"/>
            <a:ext cx="319088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www.worldbank.org/en/topic/education/brief/learning-poverty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3" y="2688357"/>
            <a:ext cx="1257300" cy="128588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arxiv.org/abs/2402.0980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821707"/>
            <a:ext cx="2214563" cy="261937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hanacodeclub.org/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6750" y="2128317"/>
            <a:ext cx="2228850" cy="261937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foundation.ghanarobotics.org/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8363" y="2261667"/>
            <a:ext cx="233362" cy="128588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www.library.gov.gh/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9350" y="2261667"/>
            <a:ext cx="357188" cy="128588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microbit.org/champions/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06750" y="2661717"/>
            <a:ext cx="2066925" cy="261937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research/simulated/README.md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85038" y="2661717"/>
            <a:ext cx="347663" cy="128588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576637" y="3701802"/>
            <a:ext cx="1004887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forecasting/ECONOMIC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738" y="3362697"/>
            <a:ext cx="1252537" cy="142875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forecasting/BENCHMARKS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362697"/>
            <a:ext cx="61912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562" y="2593107"/>
            <a:ext cx="96202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0513" y="3244900"/>
            <a:ext cx="752475" cy="133350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strategy/NBC_Tactical_Playbook_v5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3244900"/>
            <a:ext cx="92392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NBC market research slide 2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https://github.com/samquansah-algo/nbc-vct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90" y="1301800"/>
            <a:ext cx="1905000" cy="157163"/>
          </a:xfrm>
          <a:prstGeom prst="rect">
            <a:avLst/>
          </a:prstGeom>
        </p:spPr>
      </p:pic>
      <p:pic>
        <p:nvPicPr>
          <p:cNvPr id="4" name="Image 2" descr="preencoded.png">
            <a:hlinkClick r:id="rId5" tooltip="https://github.com/samquansah-algo/nbc-vct/blob/main/marketing/INTERVIEW_SCRIPT.md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90" y="1461790"/>
            <a:ext cx="1109662" cy="157163"/>
          </a:xfrm>
          <a:prstGeom prst="rect">
            <a:avLst/>
          </a:prstGeom>
        </p:spPr>
      </p:pic>
      <p:pic>
        <p:nvPicPr>
          <p:cNvPr id="5" name="Image 3" descr="preencoded.png">
            <a:hlinkClick r:id="rId7" tooltip="https://github.com/samquansah-algo/nbc-vct/blob/main/marketing/watering_holes_v5.md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90" y="1621780"/>
            <a:ext cx="1795462" cy="157163"/>
          </a:xfrm>
          <a:prstGeom prst="rect">
            <a:avLst/>
          </a:prstGeom>
        </p:spPr>
      </p:pic>
      <p:pic>
        <p:nvPicPr>
          <p:cNvPr id="6" name="Image 4" descr="preencoded.png">
            <a:hlinkClick r:id="rId9" tooltip="https://github.com/samquansah-algo/nbc-vct/blob/main/marketing/OUTREACH_MESSAGES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390" y="1781770"/>
            <a:ext cx="1619250" cy="157163"/>
          </a:xfrm>
          <a:prstGeom prst="rect">
            <a:avLst/>
          </a:prstGeom>
        </p:spPr>
      </p:pic>
      <p:pic>
        <p:nvPicPr>
          <p:cNvPr id="7" name="Image 5" descr="preencoded.png">
            <a:hlinkClick r:id="rId11" tooltip="https://github.com/samquansah-algo/nbc-vct/blob/main/marketing/INTERVIEW_TRACKER.md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390" y="1941761"/>
            <a:ext cx="1862137" cy="157163"/>
          </a:xfrm>
          <a:prstGeom prst="rect">
            <a:avLst/>
          </a:prstGeom>
        </p:spPr>
      </p:pic>
      <p:pic>
        <p:nvPicPr>
          <p:cNvPr id="8" name="Image 6" descr="preencoded.png">
            <a:hlinkClick r:id="rId13" tooltip="https://github.com/samquansah-algo/nbc-vct/blob/main/marketing/MARKETING_STRATEGY.md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3390" y="2101751"/>
            <a:ext cx="1033462" cy="157163"/>
          </a:xfrm>
          <a:prstGeom prst="rect">
            <a:avLst/>
          </a:prstGeom>
        </p:spPr>
      </p:pic>
      <p:pic>
        <p:nvPicPr>
          <p:cNvPr id="9" name="Image 7" descr="preencoded.png">
            <a:hlinkClick r:id="rId15" tooltip="https://github.com/samquansah-algo/nbc-vct/blob/main/thesis/NBC_Thesis_and_Strategy_v5.md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4395" y="1301800"/>
            <a:ext cx="495300" cy="157163"/>
          </a:xfrm>
          <a:prstGeom prst="rect">
            <a:avLst/>
          </a:prstGeom>
        </p:spPr>
      </p:pic>
      <p:pic>
        <p:nvPicPr>
          <p:cNvPr id="10" name="Image 8" descr="preencoded.png">
            <a:hlinkClick r:id="rId17" tooltip="https://github.com/samquansah-algo/nbc-vct/blob/main/forecasting/ECONOMICS.md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04395" y="1461790"/>
            <a:ext cx="1919287" cy="157163"/>
          </a:xfrm>
          <a:prstGeom prst="rect">
            <a:avLst/>
          </a:prstGeom>
        </p:spPr>
      </p:pic>
      <p:pic>
        <p:nvPicPr>
          <p:cNvPr id="11" name="Image 9" descr="preencoded.png">
            <a:hlinkClick r:id="rId19" tooltip="https://github.com/samquansah-algo/nbc-vct/blob/main/forecasting/BENCHMARKS.md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804395" y="1621780"/>
            <a:ext cx="676275" cy="157163"/>
          </a:xfrm>
          <a:prstGeom prst="rect">
            <a:avLst/>
          </a:prstGeom>
        </p:spPr>
      </p:pic>
      <p:pic>
        <p:nvPicPr>
          <p:cNvPr id="12" name="Image 10" descr="preencoded.png">
            <a:hlinkClick r:id="rId21" tooltip="https://github.com/samquansah-algo/nbc-vct/blob/main/tactics-milestones/DEADLINES.md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804395" y="1781770"/>
            <a:ext cx="538163" cy="157163"/>
          </a:xfrm>
          <a:prstGeom prst="rect">
            <a:avLst/>
          </a:prstGeom>
        </p:spPr>
      </p:pic>
      <p:pic>
        <p:nvPicPr>
          <p:cNvPr id="13" name="Image 11" descr="preencoded.png">
            <a:hlinkClick r:id="rId23" tooltip="https://github.com/samquansah-algo/nbc-vct/blob/main/tactics-milestones/WEEKLY_DECISION_RECORD.md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04395" y="1941761"/>
            <a:ext cx="1257300" cy="157163"/>
          </a:xfrm>
          <a:prstGeom prst="rect">
            <a:avLst/>
          </a:prstGeom>
        </p:spPr>
      </p:pic>
      <p:pic>
        <p:nvPicPr>
          <p:cNvPr id="14" name="Image 12" descr="preencoded.png">
            <a:hlinkClick r:id="rId25" tooltip="https://github.com/samquansah-algo/nbc-vct/blob/main/brand/NBC_Brand_Guide.pdf"/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04395" y="2101751"/>
            <a:ext cx="976312" cy="1571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NBC Market Research Tactical Playbook</dc:title>
  <dc:subject>PptxGenJS Presentation</dc:subject>
  <dc:creator>Team NBC (Algo Peers)</dc:creator>
  <cp:lastModifiedBy>Team NBC (Algo Peers)</cp:lastModifiedBy>
  <cp:revision>1</cp:revision>
  <dcterms:created xsi:type="dcterms:W3CDTF">2026-09-28T03:50:55Z</dcterms:created>
  <dcterms:modified xsi:type="dcterms:W3CDTF">2026-09-28T03:50:55Z</dcterms:modified>
</cp:coreProperties>
</file>